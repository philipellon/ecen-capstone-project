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82" r:id="rId6"/>
    <p:sldId id="283" r:id="rId7"/>
    <p:sldId id="277" r:id="rId8"/>
    <p:sldId id="284" r:id="rId9"/>
    <p:sldId id="285" r:id="rId10"/>
    <p:sldId id="290" r:id="rId11"/>
    <p:sldId id="286" r:id="rId12"/>
    <p:sldId id="287" r:id="rId13"/>
    <p:sldId id="292" r:id="rId14"/>
    <p:sldId id="288" r:id="rId15"/>
    <p:sldId id="289" r:id="rId16"/>
    <p:sldId id="293" r:id="rId17"/>
    <p:sldId id="281" r:id="rId18"/>
    <p:sldId id="278" r:id="rId19"/>
    <p:sldId id="279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AE2FA4-97B0-74E5-BD7B-70A7A92AAF2A}" v="430" dt="2025-02-24T01:34:01.389"/>
    <p1510:client id="{039BA032-C93C-4A79-B834-1BC5DF934FC6}" v="294" dt="2025-02-24T01:55:35.228"/>
    <p1510:client id="{10478B72-E827-4AAF-9280-CB08A2922587}" v="8" dt="2025-02-23T18:30:27.055"/>
    <p1510:client id="{34F24775-F20C-C73E-06D3-8FCC24CE3F8F}" v="49" dt="2025-02-24T01:32:09.473"/>
    <p1510:client id="{3D0D3AE6-5DCF-447E-B323-D327BA273FB9}" v="6" dt="2025-02-23T02:55:38.139"/>
    <p1510:client id="{60223A1E-5440-F874-0B0A-59449A74F2F2}" v="118" dt="2025-02-24T02:01:37.014"/>
    <p1510:client id="{6265F001-CDBB-074A-F2E4-7A2AA1103ED6}" v="42" dt="2025-02-23T02:18:01.527"/>
    <p1510:client id="{74A79234-7C0C-2E64-99A8-955D0C6DC8AF}" v="2" dt="2025-02-24T00:28:43.387"/>
    <p1510:client id="{8C5579CC-A24A-43FB-3950-E3570B5420D6}" v="296" dt="2025-02-24T01:54:03.588"/>
    <p1510:client id="{9ADA10D1-6F20-9721-0459-E588E5B6C668}" v="8" dt="2025-02-23T15:37:29.272"/>
    <p1510:client id="{C0B540A0-BC61-B71F-D867-79BC0A2AA986}" v="499" dt="2025-02-23T17:26:28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1"/>
  </p:normalViewPr>
  <p:slideViewPr>
    <p:cSldViewPr snapToGrid="0">
      <p:cViewPr varScale="1">
        <p:scale>
          <a:sx n="116" d="100"/>
          <a:sy n="116" d="100"/>
        </p:scale>
        <p:origin x="152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ello, Nathan P" userId="S::philipellon@tamu.edu::ee2ba2b1-c572-4176-94e7-ac9fd987dc41" providerId="AD" clId="Web-{F47CF9F9-B253-F710-F76D-FAC615CC2CEF}"/>
    <pc:docChg chg="modSld">
      <pc:chgData name="Philipello, Nathan P" userId="S::philipellon@tamu.edu::ee2ba2b1-c572-4176-94e7-ac9fd987dc41" providerId="AD" clId="Web-{F47CF9F9-B253-F710-F76D-FAC615CC2CEF}" dt="2025-02-20T16:00:24.762" v="15" actId="20577"/>
      <pc:docMkLst>
        <pc:docMk/>
      </pc:docMkLst>
      <pc:sldChg chg="modSp">
        <pc:chgData name="Philipello, Nathan P" userId="S::philipellon@tamu.edu::ee2ba2b1-c572-4176-94e7-ac9fd987dc41" providerId="AD" clId="Web-{F47CF9F9-B253-F710-F76D-FAC615CC2CEF}" dt="2025-02-20T16:00:24.762" v="15" actId="20577"/>
        <pc:sldMkLst>
          <pc:docMk/>
          <pc:sldMk cId="1628571770" sldId="256"/>
        </pc:sldMkLst>
        <pc:spChg chg="mod">
          <ac:chgData name="Philipello, Nathan P" userId="S::philipellon@tamu.edu::ee2ba2b1-c572-4176-94e7-ac9fd987dc41" providerId="AD" clId="Web-{F47CF9F9-B253-F710-F76D-FAC615CC2CEF}" dt="2025-02-20T16:00:24.762" v="15" actId="20577"/>
          <ac:spMkLst>
            <pc:docMk/>
            <pc:sldMk cId="1628571770" sldId="256"/>
            <ac:spMk id="2" creationId="{00000000-0000-0000-0000-000000000000}"/>
          </ac:spMkLst>
        </pc:spChg>
      </pc:sldChg>
    </pc:docChg>
  </pc:docChgLst>
  <pc:docChgLst>
    <pc:chgData name="Joubran, Saleem" userId="S::saleemjoubran@tamu.edu::6576f12c-001e-451b-a517-6f421a83b2de" providerId="AD" clId="Web-{C0B540A0-BC61-B71F-D867-79BC0A2AA986}"/>
    <pc:docChg chg="addSld modSld">
      <pc:chgData name="Joubran, Saleem" userId="S::saleemjoubran@tamu.edu::6576f12c-001e-451b-a517-6f421a83b2de" providerId="AD" clId="Web-{C0B540A0-BC61-B71F-D867-79BC0A2AA986}" dt="2025-02-23T17:26:28.753" v="459" actId="1076"/>
      <pc:docMkLst>
        <pc:docMk/>
      </pc:docMkLst>
      <pc:sldChg chg="modSp">
        <pc:chgData name="Joubran, Saleem" userId="S::saleemjoubran@tamu.edu::6576f12c-001e-451b-a517-6f421a83b2de" providerId="AD" clId="Web-{C0B540A0-BC61-B71F-D867-79BC0A2AA986}" dt="2025-02-23T17:06:19.408" v="109" actId="20577"/>
        <pc:sldMkLst>
          <pc:docMk/>
          <pc:sldMk cId="1628571770" sldId="256"/>
        </pc:sldMkLst>
        <pc:spChg chg="mod">
          <ac:chgData name="Joubran, Saleem" userId="S::saleemjoubran@tamu.edu::6576f12c-001e-451b-a517-6f421a83b2de" providerId="AD" clId="Web-{C0B540A0-BC61-B71F-D867-79BC0A2AA986}" dt="2025-02-23T17:06:19.408" v="109" actId="20577"/>
          <ac:spMkLst>
            <pc:docMk/>
            <pc:sldMk cId="1628571770" sldId="256"/>
            <ac:spMk id="2" creationId="{00000000-0000-0000-0000-000000000000}"/>
          </ac:spMkLst>
        </pc:spChg>
      </pc:sldChg>
      <pc:sldChg chg="addSp delSp modSp">
        <pc:chgData name="Joubran, Saleem" userId="S::saleemjoubran@tamu.edu::6576f12c-001e-451b-a517-6f421a83b2de" providerId="AD" clId="Web-{C0B540A0-BC61-B71F-D867-79BC0A2AA986}" dt="2025-02-23T17:11:37.672" v="281" actId="14100"/>
        <pc:sldMkLst>
          <pc:docMk/>
          <pc:sldMk cId="788870923" sldId="277"/>
        </pc:sldMkLst>
        <pc:spChg chg="mod">
          <ac:chgData name="Joubran, Saleem" userId="S::saleemjoubran@tamu.edu::6576f12c-001e-451b-a517-6f421a83b2de" providerId="AD" clId="Web-{C0B540A0-BC61-B71F-D867-79BC0A2AA986}" dt="2025-02-23T17:11:27.876" v="279" actId="20577"/>
          <ac:spMkLst>
            <pc:docMk/>
            <pc:sldMk cId="788870923" sldId="277"/>
            <ac:spMk id="2" creationId="{00000000-0000-0000-0000-000000000000}"/>
          </ac:spMkLst>
        </pc:spChg>
        <pc:spChg chg="del">
          <ac:chgData name="Joubran, Saleem" userId="S::saleemjoubran@tamu.edu::6576f12c-001e-451b-a517-6f421a83b2de" providerId="AD" clId="Web-{C0B540A0-BC61-B71F-D867-79BC0A2AA986}" dt="2025-02-23T17:05:16.268" v="39"/>
          <ac:spMkLst>
            <pc:docMk/>
            <pc:sldMk cId="788870923" sldId="277"/>
            <ac:spMk id="5" creationId="{AB32E30E-897B-417B-B280-4F868FB36AFC}"/>
          </ac:spMkLst>
        </pc:spChg>
        <pc:picChg chg="add mod ord">
          <ac:chgData name="Joubran, Saleem" userId="S::saleemjoubran@tamu.edu::6576f12c-001e-451b-a517-6f421a83b2de" providerId="AD" clId="Web-{C0B540A0-BC61-B71F-D867-79BC0A2AA986}" dt="2025-02-23T17:11:37.672" v="281" actId="14100"/>
          <ac:picMkLst>
            <pc:docMk/>
            <pc:sldMk cId="788870923" sldId="277"/>
            <ac:picMk id="3" creationId="{51302B30-5564-70F5-E77A-8FAE1E32F144}"/>
          </ac:picMkLst>
        </pc:picChg>
      </pc:sldChg>
      <pc:sldChg chg="addSp modSp mod modClrScheme chgLayout">
        <pc:chgData name="Joubran, Saleem" userId="S::saleemjoubran@tamu.edu::6576f12c-001e-451b-a517-6f421a83b2de" providerId="AD" clId="Web-{C0B540A0-BC61-B71F-D867-79BC0A2AA986}" dt="2025-02-22T22:00:35.635" v="2"/>
        <pc:sldMkLst>
          <pc:docMk/>
          <pc:sldMk cId="3709083976" sldId="278"/>
        </pc:sldMkLst>
        <pc:spChg chg="mod ord">
          <ac:chgData name="Joubran, Saleem" userId="S::saleemjoubran@tamu.edu::6576f12c-001e-451b-a517-6f421a83b2de" providerId="AD" clId="Web-{C0B540A0-BC61-B71F-D867-79BC0A2AA986}" dt="2025-02-22T22:00:35.635" v="2"/>
          <ac:spMkLst>
            <pc:docMk/>
            <pc:sldMk cId="3709083976" sldId="278"/>
            <ac:spMk id="2" creationId="{00000000-0000-0000-0000-000000000000}"/>
          </ac:spMkLst>
        </pc:spChg>
        <pc:spChg chg="mod">
          <ac:chgData name="Joubran, Saleem" userId="S::saleemjoubran@tamu.edu::6576f12c-001e-451b-a517-6f421a83b2de" providerId="AD" clId="Web-{C0B540A0-BC61-B71F-D867-79BC0A2AA986}" dt="2025-02-22T22:00:35.635" v="2"/>
          <ac:spMkLst>
            <pc:docMk/>
            <pc:sldMk cId="3709083976" sldId="278"/>
            <ac:spMk id="3" creationId="{00000000-0000-0000-0000-000000000000}"/>
          </ac:spMkLst>
        </pc:spChg>
        <pc:picChg chg="add mod">
          <ac:chgData name="Joubran, Saleem" userId="S::saleemjoubran@tamu.edu::6576f12c-001e-451b-a517-6f421a83b2de" providerId="AD" clId="Web-{C0B540A0-BC61-B71F-D867-79BC0A2AA986}" dt="2025-02-22T22:00:35.635" v="2"/>
          <ac:picMkLst>
            <pc:docMk/>
            <pc:sldMk cId="3709083976" sldId="278"/>
            <ac:picMk id="4" creationId="{176AF8B8-6A54-5155-B4D3-C7F4FDB81ACE}"/>
          </ac:picMkLst>
        </pc:picChg>
      </pc:sldChg>
      <pc:sldChg chg="modSp">
        <pc:chgData name="Joubran, Saleem" userId="S::saleemjoubran@tamu.edu::6576f12c-001e-451b-a517-6f421a83b2de" providerId="AD" clId="Web-{C0B540A0-BC61-B71F-D867-79BC0A2AA986}" dt="2025-02-23T17:03:05.831" v="28"/>
        <pc:sldMkLst>
          <pc:docMk/>
          <pc:sldMk cId="1941709121" sldId="281"/>
        </pc:sldMkLst>
        <pc:graphicFrameChg chg="mod modGraphic">
          <ac:chgData name="Joubran, Saleem" userId="S::saleemjoubran@tamu.edu::6576f12c-001e-451b-a517-6f421a83b2de" providerId="AD" clId="Web-{C0B540A0-BC61-B71F-D867-79BC0A2AA986}" dt="2025-02-23T17:03:05.831" v="28"/>
          <ac:graphicFrameMkLst>
            <pc:docMk/>
            <pc:sldMk cId="1941709121" sldId="281"/>
            <ac:graphicFrameMk id="4" creationId="{4C432A38-C52F-C99F-820F-777605D1085E}"/>
          </ac:graphicFrameMkLst>
        </pc:graphicFrameChg>
      </pc:sldChg>
      <pc:sldChg chg="addSp modSp mod modClrScheme chgLayout">
        <pc:chgData name="Joubran, Saleem" userId="S::saleemjoubran@tamu.edu::6576f12c-001e-451b-a517-6f421a83b2de" providerId="AD" clId="Web-{C0B540A0-BC61-B71F-D867-79BC0A2AA986}" dt="2025-02-23T17:11:14.860" v="270" actId="20577"/>
        <pc:sldMkLst>
          <pc:docMk/>
          <pc:sldMk cId="804770025" sldId="285"/>
        </pc:sldMkLst>
        <pc:spChg chg="mod ord">
          <ac:chgData name="Joubran, Saleem" userId="S::saleemjoubran@tamu.edu::6576f12c-001e-451b-a517-6f421a83b2de" providerId="AD" clId="Web-{C0B540A0-BC61-B71F-D867-79BC0A2AA986}" dt="2025-02-23T17:03:59.502" v="37"/>
          <ac:spMkLst>
            <pc:docMk/>
            <pc:sldMk cId="804770025" sldId="285"/>
            <ac:spMk id="2" creationId="{70E6E981-AA81-618C-B079-1895ADA9B57F}"/>
          </ac:spMkLst>
        </pc:spChg>
        <pc:spChg chg="mod">
          <ac:chgData name="Joubran, Saleem" userId="S::saleemjoubran@tamu.edu::6576f12c-001e-451b-a517-6f421a83b2de" providerId="AD" clId="Web-{C0B540A0-BC61-B71F-D867-79BC0A2AA986}" dt="2025-02-23T17:11:14.860" v="270" actId="20577"/>
          <ac:spMkLst>
            <pc:docMk/>
            <pc:sldMk cId="804770025" sldId="285"/>
            <ac:spMk id="3" creationId="{6FEAC261-3616-161F-EDD2-7FC2803C3DCB}"/>
          </ac:spMkLst>
        </pc:spChg>
        <pc:picChg chg="add mod">
          <ac:chgData name="Joubran, Saleem" userId="S::saleemjoubran@tamu.edu::6576f12c-001e-451b-a517-6f421a83b2de" providerId="AD" clId="Web-{C0B540A0-BC61-B71F-D867-79BC0A2AA986}" dt="2025-02-23T17:10:47.516" v="268" actId="1076"/>
          <ac:picMkLst>
            <pc:docMk/>
            <pc:sldMk cId="804770025" sldId="285"/>
            <ac:picMk id="4" creationId="{C63BB008-753D-849C-0F68-2C70D2FC78A6}"/>
          </ac:picMkLst>
        </pc:picChg>
      </pc:sldChg>
      <pc:sldChg chg="addSp modSp new mod modShow">
        <pc:chgData name="Joubran, Saleem" userId="S::saleemjoubran@tamu.edu::6576f12c-001e-451b-a517-6f421a83b2de" providerId="AD" clId="Web-{C0B540A0-BC61-B71F-D867-79BC0A2AA986}" dt="2025-02-23T17:26:28.753" v="459" actId="1076"/>
        <pc:sldMkLst>
          <pc:docMk/>
          <pc:sldMk cId="1835998458" sldId="290"/>
        </pc:sldMkLst>
        <pc:spChg chg="mod">
          <ac:chgData name="Joubran, Saleem" userId="S::saleemjoubran@tamu.edu::6576f12c-001e-451b-a517-6f421a83b2de" providerId="AD" clId="Web-{C0B540A0-BC61-B71F-D867-79BC0A2AA986}" dt="2025-02-23T17:22:57.441" v="297" actId="20577"/>
          <ac:spMkLst>
            <pc:docMk/>
            <pc:sldMk cId="1835998458" sldId="290"/>
            <ac:spMk id="2" creationId="{98889060-0160-A6A6-544C-CE9BFB479A84}"/>
          </ac:spMkLst>
        </pc:spChg>
        <pc:spChg chg="mod">
          <ac:chgData name="Joubran, Saleem" userId="S::saleemjoubran@tamu.edu::6576f12c-001e-451b-a517-6f421a83b2de" providerId="AD" clId="Web-{C0B540A0-BC61-B71F-D867-79BC0A2AA986}" dt="2025-02-23T17:26:23.316" v="457" actId="20577"/>
          <ac:spMkLst>
            <pc:docMk/>
            <pc:sldMk cId="1835998458" sldId="290"/>
            <ac:spMk id="3" creationId="{96D3A729-89C0-139A-F00D-4E49794A841B}"/>
          </ac:spMkLst>
        </pc:spChg>
        <pc:picChg chg="add mod modCrop">
          <ac:chgData name="Joubran, Saleem" userId="S::saleemjoubran@tamu.edu::6576f12c-001e-451b-a517-6f421a83b2de" providerId="AD" clId="Web-{C0B540A0-BC61-B71F-D867-79BC0A2AA986}" dt="2025-02-23T17:26:28.753" v="459" actId="1076"/>
          <ac:picMkLst>
            <pc:docMk/>
            <pc:sldMk cId="1835998458" sldId="290"/>
            <ac:picMk id="4" creationId="{6C7E57FA-4D86-8CED-8423-CAC9F18CA882}"/>
          </ac:picMkLst>
        </pc:picChg>
      </pc:sldChg>
      <pc:sldChg chg="addSp delSp modSp new mod modShow">
        <pc:chgData name="Joubran, Saleem" userId="S::saleemjoubran@tamu.edu::6576f12c-001e-451b-a517-6f421a83b2de" providerId="AD" clId="Web-{C0B540A0-BC61-B71F-D867-79BC0A2AA986}" dt="2025-02-23T17:26:17.753" v="456" actId="1076"/>
        <pc:sldMkLst>
          <pc:docMk/>
          <pc:sldMk cId="461450485" sldId="291"/>
        </pc:sldMkLst>
        <pc:spChg chg="mod">
          <ac:chgData name="Joubran, Saleem" userId="S::saleemjoubran@tamu.edu::6576f12c-001e-451b-a517-6f421a83b2de" providerId="AD" clId="Web-{C0B540A0-BC61-B71F-D867-79BC0A2AA986}" dt="2025-02-23T17:23:05.175" v="303" actId="20577"/>
          <ac:spMkLst>
            <pc:docMk/>
            <pc:sldMk cId="461450485" sldId="291"/>
            <ac:spMk id="2" creationId="{A100575B-1016-827A-D06A-EB2C355DFA52}"/>
          </ac:spMkLst>
        </pc:spChg>
        <pc:spChg chg="mod">
          <ac:chgData name="Joubran, Saleem" userId="S::saleemjoubran@tamu.edu::6576f12c-001e-451b-a517-6f421a83b2de" providerId="AD" clId="Web-{C0B540A0-BC61-B71F-D867-79BC0A2AA986}" dt="2025-02-23T17:24:35.144" v="434" actId="20577"/>
          <ac:spMkLst>
            <pc:docMk/>
            <pc:sldMk cId="461450485" sldId="291"/>
            <ac:spMk id="3" creationId="{C4F3D1F6-EFDB-BCE6-38CA-0A94956A300F}"/>
          </ac:spMkLst>
        </pc:spChg>
        <pc:picChg chg="add del mod">
          <ac:chgData name="Joubran, Saleem" userId="S::saleemjoubran@tamu.edu::6576f12c-001e-451b-a517-6f421a83b2de" providerId="AD" clId="Web-{C0B540A0-BC61-B71F-D867-79BC0A2AA986}" dt="2025-02-23T17:25:08.535" v="439"/>
          <ac:picMkLst>
            <pc:docMk/>
            <pc:sldMk cId="461450485" sldId="291"/>
            <ac:picMk id="4" creationId="{41BE6617-E691-BFF4-A8A0-254D08F996B8}"/>
          </ac:picMkLst>
        </pc:picChg>
        <pc:picChg chg="add mod modCrop">
          <ac:chgData name="Joubran, Saleem" userId="S::saleemjoubran@tamu.edu::6576f12c-001e-451b-a517-6f421a83b2de" providerId="AD" clId="Web-{C0B540A0-BC61-B71F-D867-79BC0A2AA986}" dt="2025-02-23T17:26:17.753" v="456" actId="1076"/>
          <ac:picMkLst>
            <pc:docMk/>
            <pc:sldMk cId="461450485" sldId="291"/>
            <ac:picMk id="5" creationId="{700448BA-A8DA-6312-9D40-89B2692FB275}"/>
          </ac:picMkLst>
        </pc:picChg>
      </pc:sldChg>
    </pc:docChg>
  </pc:docChgLst>
  <pc:docChgLst>
    <pc:chgData name="Philipello, Nathan P" userId="ee2ba2b1-c572-4176-94e7-ac9fd987dc41" providerId="ADAL" clId="{3D0D3AE6-5DCF-447E-B323-D327BA273FB9}"/>
    <pc:docChg chg="undo custSel addSld modSld">
      <pc:chgData name="Philipello, Nathan P" userId="ee2ba2b1-c572-4176-94e7-ac9fd987dc41" providerId="ADAL" clId="{3D0D3AE6-5DCF-447E-B323-D327BA273FB9}" dt="2025-02-23T03:00:12.928" v="246" actId="167"/>
      <pc:docMkLst>
        <pc:docMk/>
      </pc:docMkLst>
      <pc:sldChg chg="modSp mod">
        <pc:chgData name="Philipello, Nathan P" userId="ee2ba2b1-c572-4176-94e7-ac9fd987dc41" providerId="ADAL" clId="{3D0D3AE6-5DCF-447E-B323-D327BA273FB9}" dt="2025-02-19T19:04:14.202" v="7" actId="20577"/>
        <pc:sldMkLst>
          <pc:docMk/>
          <pc:sldMk cId="1628571770" sldId="256"/>
        </pc:sldMkLst>
        <pc:spChg chg="mod">
          <ac:chgData name="Philipello, Nathan P" userId="ee2ba2b1-c572-4176-94e7-ac9fd987dc41" providerId="ADAL" clId="{3D0D3AE6-5DCF-447E-B323-D327BA273FB9}" dt="2025-02-19T19:04:14.202" v="7" actId="20577"/>
          <ac:spMkLst>
            <pc:docMk/>
            <pc:sldMk cId="1628571770" sldId="256"/>
            <ac:spMk id="2" creationId="{00000000-0000-0000-0000-000000000000}"/>
          </ac:spMkLst>
        </pc:spChg>
      </pc:sldChg>
      <pc:sldChg chg="addSp delSp modSp mod">
        <pc:chgData name="Philipello, Nathan P" userId="ee2ba2b1-c572-4176-94e7-ac9fd987dc41" providerId="ADAL" clId="{3D0D3AE6-5DCF-447E-B323-D327BA273FB9}" dt="2025-02-23T03:00:12.928" v="246" actId="167"/>
        <pc:sldMkLst>
          <pc:docMk/>
          <pc:sldMk cId="1688094973" sldId="288"/>
        </pc:sldMkLst>
        <pc:spChg chg="mod">
          <ac:chgData name="Philipello, Nathan P" userId="ee2ba2b1-c572-4176-94e7-ac9fd987dc41" providerId="ADAL" clId="{3D0D3AE6-5DCF-447E-B323-D327BA273FB9}" dt="2025-02-23T02:58:14.522" v="237" actId="20577"/>
          <ac:spMkLst>
            <pc:docMk/>
            <pc:sldMk cId="1688094973" sldId="288"/>
            <ac:spMk id="2" creationId="{ED072CC6-65BA-58E4-7EF3-C328C026EB8F}"/>
          </ac:spMkLst>
        </pc:spChg>
        <pc:spChg chg="mod">
          <ac:chgData name="Philipello, Nathan P" userId="ee2ba2b1-c572-4176-94e7-ac9fd987dc41" providerId="ADAL" clId="{3D0D3AE6-5DCF-447E-B323-D327BA273FB9}" dt="2025-02-23T02:55:15.790" v="76" actId="27636"/>
          <ac:spMkLst>
            <pc:docMk/>
            <pc:sldMk cId="1688094973" sldId="288"/>
            <ac:spMk id="3" creationId="{A5828CC6-4E37-4F43-6162-9D16120D5E1C}"/>
          </ac:spMkLst>
        </pc:spChg>
        <pc:spChg chg="add">
          <ac:chgData name="Philipello, Nathan P" userId="ee2ba2b1-c572-4176-94e7-ac9fd987dc41" providerId="ADAL" clId="{3D0D3AE6-5DCF-447E-B323-D327BA273FB9}" dt="2025-02-23T02:50:37.715" v="21"/>
          <ac:spMkLst>
            <pc:docMk/>
            <pc:sldMk cId="1688094973" sldId="288"/>
            <ac:spMk id="6" creationId="{C6BA6758-A636-C5C4-F4E6-EE2F880E53AD}"/>
          </ac:spMkLst>
        </pc:spChg>
        <pc:picChg chg="add mod ord">
          <ac:chgData name="Philipello, Nathan P" userId="ee2ba2b1-c572-4176-94e7-ac9fd987dc41" providerId="ADAL" clId="{3D0D3AE6-5DCF-447E-B323-D327BA273FB9}" dt="2025-02-23T03:00:12.928" v="246" actId="167"/>
          <ac:picMkLst>
            <pc:docMk/>
            <pc:sldMk cId="1688094973" sldId="288"/>
            <ac:picMk id="5" creationId="{034DD267-80E4-4C7B-CD21-45D59EC3AA2F}"/>
          </ac:picMkLst>
        </pc:picChg>
        <pc:picChg chg="add del mod">
          <ac:chgData name="Philipello, Nathan P" userId="ee2ba2b1-c572-4176-94e7-ac9fd987dc41" providerId="ADAL" clId="{3D0D3AE6-5DCF-447E-B323-D327BA273FB9}" dt="2025-02-23T02:54:28.843" v="65" actId="21"/>
          <ac:picMkLst>
            <pc:docMk/>
            <pc:sldMk cId="1688094973" sldId="288"/>
            <ac:picMk id="8" creationId="{8FAC464F-F3F9-51B6-F515-C2A7407D92B9}"/>
          </ac:picMkLst>
        </pc:picChg>
      </pc:sldChg>
      <pc:sldChg chg="addSp delSp modSp new mod">
        <pc:chgData name="Philipello, Nathan P" userId="ee2ba2b1-c572-4176-94e7-ac9fd987dc41" providerId="ADAL" clId="{3D0D3AE6-5DCF-447E-B323-D327BA273FB9}" dt="2025-02-23T02:59:14.130" v="243" actId="1076"/>
        <pc:sldMkLst>
          <pc:docMk/>
          <pc:sldMk cId="3727943432" sldId="289"/>
        </pc:sldMkLst>
        <pc:spChg chg="mod">
          <ac:chgData name="Philipello, Nathan P" userId="ee2ba2b1-c572-4176-94e7-ac9fd987dc41" providerId="ADAL" clId="{3D0D3AE6-5DCF-447E-B323-D327BA273FB9}" dt="2025-02-23T02:54:22.655" v="64" actId="20577"/>
          <ac:spMkLst>
            <pc:docMk/>
            <pc:sldMk cId="3727943432" sldId="289"/>
            <ac:spMk id="2" creationId="{238E8CFB-5C32-E3BA-A5A5-57E7EB81AF50}"/>
          </ac:spMkLst>
        </pc:spChg>
        <pc:spChg chg="del">
          <ac:chgData name="Philipello, Nathan P" userId="ee2ba2b1-c572-4176-94e7-ac9fd987dc41" providerId="ADAL" clId="{3D0D3AE6-5DCF-447E-B323-D327BA273FB9}" dt="2025-02-23T02:54:32.236" v="66"/>
          <ac:spMkLst>
            <pc:docMk/>
            <pc:sldMk cId="3727943432" sldId="289"/>
            <ac:spMk id="3" creationId="{036F7AF8-426D-6909-79E7-16FB2591024F}"/>
          </ac:spMkLst>
        </pc:spChg>
        <pc:spChg chg="add mod">
          <ac:chgData name="Philipello, Nathan P" userId="ee2ba2b1-c572-4176-94e7-ac9fd987dc41" providerId="ADAL" clId="{3D0D3AE6-5DCF-447E-B323-D327BA273FB9}" dt="2025-02-23T02:59:01.164" v="239" actId="1076"/>
          <ac:spMkLst>
            <pc:docMk/>
            <pc:sldMk cId="3727943432" sldId="289"/>
            <ac:spMk id="4" creationId="{6C2018FD-CF15-F09D-20E1-97063991F191}"/>
          </ac:spMkLst>
        </pc:spChg>
        <pc:picChg chg="add mod ord">
          <ac:chgData name="Philipello, Nathan P" userId="ee2ba2b1-c572-4176-94e7-ac9fd987dc41" providerId="ADAL" clId="{3D0D3AE6-5DCF-447E-B323-D327BA273FB9}" dt="2025-02-23T02:59:14.130" v="243" actId="1076"/>
          <ac:picMkLst>
            <pc:docMk/>
            <pc:sldMk cId="3727943432" sldId="289"/>
            <ac:picMk id="8" creationId="{8FAC464F-F3F9-51B6-F515-C2A7407D92B9}"/>
          </ac:picMkLst>
        </pc:picChg>
      </pc:sldChg>
    </pc:docChg>
  </pc:docChgLst>
  <pc:docChgLst>
    <pc:chgData name="Alcala, Juan" userId="S::abe21@tamu.edu::90122f7f-35cc-4649-958b-403c8248d5c3" providerId="AD" clId="Web-{00AE2FA4-97B0-74E5-BD7B-70A7A92AAF2A}"/>
    <pc:docChg chg="addSld modSld">
      <pc:chgData name="Alcala, Juan" userId="S::abe21@tamu.edu::90122f7f-35cc-4649-958b-403c8248d5c3" providerId="AD" clId="Web-{00AE2FA4-97B0-74E5-BD7B-70A7A92AAF2A}" dt="2025-02-24T01:34:01.389" v="398"/>
      <pc:docMkLst>
        <pc:docMk/>
      </pc:docMkLst>
      <pc:sldChg chg="addSp delSp modSp">
        <pc:chgData name="Alcala, Juan" userId="S::abe21@tamu.edu::90122f7f-35cc-4649-958b-403c8248d5c3" providerId="AD" clId="Web-{00AE2FA4-97B0-74E5-BD7B-70A7A92AAF2A}" dt="2025-02-24T01:34:01.389" v="398"/>
        <pc:sldMkLst>
          <pc:docMk/>
          <pc:sldMk cId="1941709121" sldId="281"/>
        </pc:sldMkLst>
        <pc:spChg chg="mod">
          <ac:chgData name="Alcala, Juan" userId="S::abe21@tamu.edu::90122f7f-35cc-4649-958b-403c8248d5c3" providerId="AD" clId="Web-{00AE2FA4-97B0-74E5-BD7B-70A7A92AAF2A}" dt="2025-02-24T01:30:11.178" v="362" actId="1076"/>
          <ac:spMkLst>
            <pc:docMk/>
            <pc:sldMk cId="1941709121" sldId="281"/>
            <ac:spMk id="2" creationId="{00000000-0000-0000-0000-000000000000}"/>
          </ac:spMkLst>
        </pc:spChg>
        <pc:graphicFrameChg chg="mod modGraphic">
          <ac:chgData name="Alcala, Juan" userId="S::abe21@tamu.edu::90122f7f-35cc-4649-958b-403c8248d5c3" providerId="AD" clId="Web-{00AE2FA4-97B0-74E5-BD7B-70A7A92AAF2A}" dt="2025-02-23T23:48:48.059" v="317"/>
          <ac:graphicFrameMkLst>
            <pc:docMk/>
            <pc:sldMk cId="1941709121" sldId="281"/>
            <ac:graphicFrameMk id="4" creationId="{4C432A38-C52F-C99F-820F-777605D1085E}"/>
          </ac:graphicFrameMkLst>
        </pc:graphicFrameChg>
        <pc:graphicFrameChg chg="add del mod modGraphic">
          <ac:chgData name="Alcala, Juan" userId="S::abe21@tamu.edu::90122f7f-35cc-4649-958b-403c8248d5c3" providerId="AD" clId="Web-{00AE2FA4-97B0-74E5-BD7B-70A7A92AAF2A}" dt="2025-02-24T01:30:37.429" v="365"/>
          <ac:graphicFrameMkLst>
            <pc:docMk/>
            <pc:sldMk cId="1941709121" sldId="281"/>
            <ac:graphicFrameMk id="5" creationId="{A1D7EC72-8A01-C5C4-8C55-1C5A34173F9D}"/>
          </ac:graphicFrameMkLst>
        </pc:graphicFrameChg>
        <pc:graphicFrameChg chg="add mod modGraphic">
          <ac:chgData name="Alcala, Juan" userId="S::abe21@tamu.edu::90122f7f-35cc-4649-958b-403c8248d5c3" providerId="AD" clId="Web-{00AE2FA4-97B0-74E5-BD7B-70A7A92AAF2A}" dt="2025-02-24T01:34:01.389" v="398"/>
          <ac:graphicFrameMkLst>
            <pc:docMk/>
            <pc:sldMk cId="1941709121" sldId="281"/>
            <ac:graphicFrameMk id="7" creationId="{AC17E6DB-18B3-EE24-0F9C-EE58DDD254B3}"/>
          </ac:graphicFrameMkLst>
        </pc:graphicFrameChg>
      </pc:sldChg>
      <pc:sldChg chg="addSp modSp">
        <pc:chgData name="Alcala, Juan" userId="S::abe21@tamu.edu::90122f7f-35cc-4649-958b-403c8248d5c3" providerId="AD" clId="Web-{00AE2FA4-97B0-74E5-BD7B-70A7A92AAF2A}" dt="2025-02-24T00:55:18.702" v="358" actId="20577"/>
        <pc:sldMkLst>
          <pc:docMk/>
          <pc:sldMk cId="2526171597" sldId="287"/>
        </pc:sldMkLst>
        <pc:spChg chg="mod">
          <ac:chgData name="Alcala, Juan" userId="S::abe21@tamu.edu::90122f7f-35cc-4649-958b-403c8248d5c3" providerId="AD" clId="Web-{00AE2FA4-97B0-74E5-BD7B-70A7A92AAF2A}" dt="2025-02-24T00:55:18.702" v="358" actId="20577"/>
          <ac:spMkLst>
            <pc:docMk/>
            <pc:sldMk cId="2526171597" sldId="287"/>
            <ac:spMk id="3" creationId="{1E789535-CFFB-7741-1C28-7CA709DD1F7A}"/>
          </ac:spMkLst>
        </pc:spChg>
        <pc:picChg chg="add mod">
          <ac:chgData name="Alcala, Juan" userId="S::abe21@tamu.edu::90122f7f-35cc-4649-958b-403c8248d5c3" providerId="AD" clId="Web-{00AE2FA4-97B0-74E5-BD7B-70A7A92AAF2A}" dt="2025-02-24T00:37:03.510" v="355" actId="1076"/>
          <ac:picMkLst>
            <pc:docMk/>
            <pc:sldMk cId="2526171597" sldId="287"/>
            <ac:picMk id="4" creationId="{5802F77E-3915-6504-8FD7-241206C1A4E7}"/>
          </ac:picMkLst>
        </pc:picChg>
      </pc:sldChg>
      <pc:sldChg chg="addSp delSp modSp new">
        <pc:chgData name="Alcala, Juan" userId="S::abe21@tamu.edu::90122f7f-35cc-4649-958b-403c8248d5c3" providerId="AD" clId="Web-{00AE2FA4-97B0-74E5-BD7B-70A7A92AAF2A}" dt="2025-02-24T00:35:57.571" v="342"/>
        <pc:sldMkLst>
          <pc:docMk/>
          <pc:sldMk cId="4160754084" sldId="292"/>
        </pc:sldMkLst>
        <pc:spChg chg="mod">
          <ac:chgData name="Alcala, Juan" userId="S::abe21@tamu.edu::90122f7f-35cc-4649-958b-403c8248d5c3" providerId="AD" clId="Web-{00AE2FA4-97B0-74E5-BD7B-70A7A92AAF2A}" dt="2025-02-24T00:34:05.882" v="329" actId="20577"/>
          <ac:spMkLst>
            <pc:docMk/>
            <pc:sldMk cId="4160754084" sldId="292"/>
            <ac:spMk id="2" creationId="{8EE5ED42-3BBE-62CE-E27C-B707843362F2}"/>
          </ac:spMkLst>
        </pc:spChg>
        <pc:spChg chg="del">
          <ac:chgData name="Alcala, Juan" userId="S::abe21@tamu.edu::90122f7f-35cc-4649-958b-403c8248d5c3" providerId="AD" clId="Web-{00AE2FA4-97B0-74E5-BD7B-70A7A92AAF2A}" dt="2025-02-24T00:33:55.538" v="320"/>
          <ac:spMkLst>
            <pc:docMk/>
            <pc:sldMk cId="4160754084" sldId="292"/>
            <ac:spMk id="3" creationId="{D986CF03-5456-377D-F352-2F330A5BAF19}"/>
          </ac:spMkLst>
        </pc:spChg>
        <pc:picChg chg="add mod ord">
          <ac:chgData name="Alcala, Juan" userId="S::abe21@tamu.edu::90122f7f-35cc-4649-958b-403c8248d5c3" providerId="AD" clId="Web-{00AE2FA4-97B0-74E5-BD7B-70A7A92AAF2A}" dt="2025-02-24T00:35:17.883" v="339" actId="1076"/>
          <ac:picMkLst>
            <pc:docMk/>
            <pc:sldMk cId="4160754084" sldId="292"/>
            <ac:picMk id="4" creationId="{107A0EF3-0DE0-4BD7-49C9-ED2A8F677BB9}"/>
          </ac:picMkLst>
        </pc:picChg>
        <pc:picChg chg="add del mod">
          <ac:chgData name="Alcala, Juan" userId="S::abe21@tamu.edu::90122f7f-35cc-4649-958b-403c8248d5c3" providerId="AD" clId="Web-{00AE2FA4-97B0-74E5-BD7B-70A7A92AAF2A}" dt="2025-02-24T00:35:12.695" v="336"/>
          <ac:picMkLst>
            <pc:docMk/>
            <pc:sldMk cId="4160754084" sldId="292"/>
            <ac:picMk id="5" creationId="{C08CEBEE-84C8-8853-24CD-EBCDB151520E}"/>
          </ac:picMkLst>
        </pc:picChg>
        <pc:picChg chg="add del mod">
          <ac:chgData name="Alcala, Juan" userId="S::abe21@tamu.edu::90122f7f-35cc-4649-958b-403c8248d5c3" providerId="AD" clId="Web-{00AE2FA4-97B0-74E5-BD7B-70A7A92AAF2A}" dt="2025-02-24T00:35:57.571" v="342"/>
          <ac:picMkLst>
            <pc:docMk/>
            <pc:sldMk cId="4160754084" sldId="292"/>
            <ac:picMk id="6" creationId="{F0D3B88E-86FF-1C93-43F8-93083053884F}"/>
          </ac:picMkLst>
        </pc:picChg>
      </pc:sldChg>
    </pc:docChg>
  </pc:docChgLst>
  <pc:docChgLst>
    <pc:chgData name="Joubran, Saleem" userId="S::saleemjoubran@tamu.edu::6576f12c-001e-451b-a517-6f421a83b2de" providerId="AD" clId="Web-{104E2835-DE40-4606-DDAE-C3F4DD8FCF2A}"/>
    <pc:docChg chg="addSld delSld sldOrd">
      <pc:chgData name="Joubran, Saleem" userId="S::saleemjoubran@tamu.edu::6576f12c-001e-451b-a517-6f421a83b2de" providerId="AD" clId="Web-{104E2835-DE40-4606-DDAE-C3F4DD8FCF2A}" dt="2025-02-22T21:59:45.041" v="11"/>
      <pc:docMkLst>
        <pc:docMk/>
      </pc:docMkLst>
      <pc:sldChg chg="del">
        <pc:chgData name="Joubran, Saleem" userId="S::saleemjoubran@tamu.edu::6576f12c-001e-451b-a517-6f421a83b2de" providerId="AD" clId="Web-{104E2835-DE40-4606-DDAE-C3F4DD8FCF2A}" dt="2025-02-22T21:59:02.414" v="2"/>
        <pc:sldMkLst>
          <pc:docMk/>
          <pc:sldMk cId="2351466088" sldId="257"/>
        </pc:sldMkLst>
      </pc:sldChg>
      <pc:sldChg chg="del">
        <pc:chgData name="Joubran, Saleem" userId="S::saleemjoubran@tamu.edu::6576f12c-001e-451b-a517-6f421a83b2de" providerId="AD" clId="Web-{104E2835-DE40-4606-DDAE-C3F4DD8FCF2A}" dt="2025-02-22T21:59:14.977" v="4"/>
        <pc:sldMkLst>
          <pc:docMk/>
          <pc:sldMk cId="3071448517" sldId="280"/>
        </pc:sldMkLst>
      </pc:sldChg>
      <pc:sldChg chg="add ord">
        <pc:chgData name="Joubran, Saleem" userId="S::saleemjoubran@tamu.edu::6576f12c-001e-451b-a517-6f421a83b2de" providerId="AD" clId="Web-{104E2835-DE40-4606-DDAE-C3F4DD8FCF2A}" dt="2025-02-22T21:58:54.257" v="1"/>
        <pc:sldMkLst>
          <pc:docMk/>
          <pc:sldMk cId="2348347536" sldId="282"/>
        </pc:sldMkLst>
      </pc:sldChg>
      <pc:sldChg chg="add">
        <pc:chgData name="Joubran, Saleem" userId="S::saleemjoubran@tamu.edu::6576f12c-001e-451b-a517-6f421a83b2de" providerId="AD" clId="Web-{104E2835-DE40-4606-DDAE-C3F4DD8FCF2A}" dt="2025-02-22T21:59:12.321" v="3"/>
        <pc:sldMkLst>
          <pc:docMk/>
          <pc:sldMk cId="160825316" sldId="283"/>
        </pc:sldMkLst>
      </pc:sldChg>
      <pc:sldChg chg="add del">
        <pc:chgData name="Joubran, Saleem" userId="S::saleemjoubran@tamu.edu::6576f12c-001e-451b-a517-6f421a83b2de" providerId="AD" clId="Web-{104E2835-DE40-4606-DDAE-C3F4DD8FCF2A}" dt="2025-02-22T21:59:25.790" v="6"/>
        <pc:sldMkLst>
          <pc:docMk/>
          <pc:sldMk cId="3549107402" sldId="284"/>
        </pc:sldMkLst>
      </pc:sldChg>
      <pc:sldChg chg="add">
        <pc:chgData name="Joubran, Saleem" userId="S::saleemjoubran@tamu.edu::6576f12c-001e-451b-a517-6f421a83b2de" providerId="AD" clId="Web-{104E2835-DE40-4606-DDAE-C3F4DD8FCF2A}" dt="2025-02-22T21:59:45.010" v="7"/>
        <pc:sldMkLst>
          <pc:docMk/>
          <pc:sldMk cId="3574195725" sldId="284"/>
        </pc:sldMkLst>
      </pc:sldChg>
      <pc:sldChg chg="add">
        <pc:chgData name="Joubran, Saleem" userId="S::saleemjoubran@tamu.edu::6576f12c-001e-451b-a517-6f421a83b2de" providerId="AD" clId="Web-{104E2835-DE40-4606-DDAE-C3F4DD8FCF2A}" dt="2025-02-22T21:59:45.010" v="8"/>
        <pc:sldMkLst>
          <pc:docMk/>
          <pc:sldMk cId="804770025" sldId="285"/>
        </pc:sldMkLst>
      </pc:sldChg>
      <pc:sldChg chg="add">
        <pc:chgData name="Joubran, Saleem" userId="S::saleemjoubran@tamu.edu::6576f12c-001e-451b-a517-6f421a83b2de" providerId="AD" clId="Web-{104E2835-DE40-4606-DDAE-C3F4DD8FCF2A}" dt="2025-02-22T21:59:45.026" v="9"/>
        <pc:sldMkLst>
          <pc:docMk/>
          <pc:sldMk cId="3879724093" sldId="286"/>
        </pc:sldMkLst>
      </pc:sldChg>
      <pc:sldChg chg="add">
        <pc:chgData name="Joubran, Saleem" userId="S::saleemjoubran@tamu.edu::6576f12c-001e-451b-a517-6f421a83b2de" providerId="AD" clId="Web-{104E2835-DE40-4606-DDAE-C3F4DD8FCF2A}" dt="2025-02-22T21:59:45.041" v="10"/>
        <pc:sldMkLst>
          <pc:docMk/>
          <pc:sldMk cId="2526171597" sldId="287"/>
        </pc:sldMkLst>
      </pc:sldChg>
      <pc:sldChg chg="add">
        <pc:chgData name="Joubran, Saleem" userId="S::saleemjoubran@tamu.edu::6576f12c-001e-451b-a517-6f421a83b2de" providerId="AD" clId="Web-{104E2835-DE40-4606-DDAE-C3F4DD8FCF2A}" dt="2025-02-22T21:59:45.041" v="11"/>
        <pc:sldMkLst>
          <pc:docMk/>
          <pc:sldMk cId="1688094973" sldId="288"/>
        </pc:sldMkLst>
      </pc:sldChg>
    </pc:docChg>
  </pc:docChgLst>
  <pc:docChgLst>
    <pc:chgData name="Joubran, Saleem" userId="S::saleemjoubran@tamu.edu::6576f12c-001e-451b-a517-6f421a83b2de" providerId="AD" clId="Web-{8C5579CC-A24A-43FB-3950-E3570B5420D6}"/>
    <pc:docChg chg="addSld delSld modSld sldOrd">
      <pc:chgData name="Joubran, Saleem" userId="S::saleemjoubran@tamu.edu::6576f12c-001e-451b-a517-6f421a83b2de" providerId="AD" clId="Web-{8C5579CC-A24A-43FB-3950-E3570B5420D6}" dt="2025-02-24T01:54:03.588" v="227" actId="1076"/>
      <pc:docMkLst>
        <pc:docMk/>
      </pc:docMkLst>
      <pc:sldChg chg="mod modShow">
        <pc:chgData name="Joubran, Saleem" userId="S::saleemjoubran@tamu.edu::6576f12c-001e-451b-a517-6f421a83b2de" providerId="AD" clId="Web-{8C5579CC-A24A-43FB-3950-E3570B5420D6}" dt="2025-02-24T01:07:05.778" v="24"/>
        <pc:sldMkLst>
          <pc:docMk/>
          <pc:sldMk cId="1810629760" sldId="276"/>
        </pc:sldMkLst>
      </pc:sldChg>
      <pc:sldChg chg="modNotes">
        <pc:chgData name="Joubran, Saleem" userId="S::saleemjoubran@tamu.edu::6576f12c-001e-451b-a517-6f421a83b2de" providerId="AD" clId="Web-{8C5579CC-A24A-43FB-3950-E3570B5420D6}" dt="2025-02-24T01:15:09.778" v="28"/>
        <pc:sldMkLst>
          <pc:docMk/>
          <pc:sldMk cId="3709083976" sldId="278"/>
        </pc:sldMkLst>
      </pc:sldChg>
      <pc:sldChg chg="addSp delSp modSp">
        <pc:chgData name="Joubran, Saleem" userId="S::saleemjoubran@tamu.edu::6576f12c-001e-451b-a517-6f421a83b2de" providerId="AD" clId="Web-{8C5579CC-A24A-43FB-3950-E3570B5420D6}" dt="2025-02-24T01:32:20.184" v="134"/>
        <pc:sldMkLst>
          <pc:docMk/>
          <pc:sldMk cId="1160868006" sldId="279"/>
        </pc:sldMkLst>
        <pc:spChg chg="del mod">
          <ac:chgData name="Joubran, Saleem" userId="S::saleemjoubran@tamu.edu::6576f12c-001e-451b-a517-6f421a83b2de" providerId="AD" clId="Web-{8C5579CC-A24A-43FB-3950-E3570B5420D6}" dt="2025-02-24T01:19:24.747" v="31"/>
          <ac:spMkLst>
            <pc:docMk/>
            <pc:sldMk cId="1160868006" sldId="279"/>
            <ac:spMk id="3" creationId="{00000000-0000-0000-0000-000000000000}"/>
          </ac:spMkLst>
        </pc:spChg>
        <pc:spChg chg="add del mod">
          <ac:chgData name="Joubran, Saleem" userId="S::saleemjoubran@tamu.edu::6576f12c-001e-451b-a517-6f421a83b2de" providerId="AD" clId="Web-{8C5579CC-A24A-43FB-3950-E3570B5420D6}" dt="2025-02-24T01:30:49.418" v="125"/>
          <ac:spMkLst>
            <pc:docMk/>
            <pc:sldMk cId="1160868006" sldId="279"/>
            <ac:spMk id="8" creationId="{96894B83-2B5F-EBE4-1468-CADFEE59356E}"/>
          </ac:spMkLst>
        </pc:spChg>
        <pc:graphicFrameChg chg="add mod modGraphic">
          <ac:chgData name="Joubran, Saleem" userId="S::saleemjoubran@tamu.edu::6576f12c-001e-451b-a517-6f421a83b2de" providerId="AD" clId="Web-{8C5579CC-A24A-43FB-3950-E3570B5420D6}" dt="2025-02-24T01:32:20.184" v="134"/>
          <ac:graphicFrameMkLst>
            <pc:docMk/>
            <pc:sldMk cId="1160868006" sldId="279"/>
            <ac:graphicFrameMk id="6" creationId="{96996252-73AD-DBB1-FBF1-3490B75CB7E7}"/>
          </ac:graphicFrameMkLst>
        </pc:graphicFrameChg>
        <pc:picChg chg="add del mod ord">
          <ac:chgData name="Joubran, Saleem" userId="S::saleemjoubran@tamu.edu::6576f12c-001e-451b-a517-6f421a83b2de" providerId="AD" clId="Web-{8C5579CC-A24A-43FB-3950-E3570B5420D6}" dt="2025-02-24T01:30:36.153" v="124"/>
          <ac:picMkLst>
            <pc:docMk/>
            <pc:sldMk cId="1160868006" sldId="279"/>
            <ac:picMk id="4" creationId="{CAA1A52C-FDC6-E28C-B233-E9EC0F8BB74E}"/>
          </ac:picMkLst>
        </pc:picChg>
      </pc:sldChg>
      <pc:sldChg chg="modSp">
        <pc:chgData name="Joubran, Saleem" userId="S::saleemjoubran@tamu.edu::6576f12c-001e-451b-a517-6f421a83b2de" providerId="AD" clId="Web-{8C5579CC-A24A-43FB-3950-E3570B5420D6}" dt="2025-02-24T01:33:06.199" v="135" actId="20577"/>
        <pc:sldMkLst>
          <pc:docMk/>
          <pc:sldMk cId="2348347536" sldId="282"/>
        </pc:sldMkLst>
        <pc:spChg chg="mod">
          <ac:chgData name="Joubran, Saleem" userId="S::saleemjoubran@tamu.edu::6576f12c-001e-451b-a517-6f421a83b2de" providerId="AD" clId="Web-{8C5579CC-A24A-43FB-3950-E3570B5420D6}" dt="2025-02-24T01:33:06.199" v="135" actId="20577"/>
          <ac:spMkLst>
            <pc:docMk/>
            <pc:sldMk cId="2348347536" sldId="282"/>
            <ac:spMk id="3" creationId="{00000000-0000-0000-0000-000000000000}"/>
          </ac:spMkLst>
        </pc:spChg>
      </pc:sldChg>
      <pc:sldChg chg="modSp">
        <pc:chgData name="Joubran, Saleem" userId="S::saleemjoubran@tamu.edu::6576f12c-001e-451b-a517-6f421a83b2de" providerId="AD" clId="Web-{8C5579CC-A24A-43FB-3950-E3570B5420D6}" dt="2025-02-24T01:23:23.763" v="104" actId="1076"/>
        <pc:sldMkLst>
          <pc:docMk/>
          <pc:sldMk cId="804770025" sldId="285"/>
        </pc:sldMkLst>
        <pc:spChg chg="mod">
          <ac:chgData name="Joubran, Saleem" userId="S::saleemjoubran@tamu.edu::6576f12c-001e-451b-a517-6f421a83b2de" providerId="AD" clId="Web-{8C5579CC-A24A-43FB-3950-E3570B5420D6}" dt="2025-02-24T01:23:00.950" v="102" actId="20577"/>
          <ac:spMkLst>
            <pc:docMk/>
            <pc:sldMk cId="804770025" sldId="285"/>
            <ac:spMk id="3" creationId="{6FEAC261-3616-161F-EDD2-7FC2803C3DCB}"/>
          </ac:spMkLst>
        </pc:spChg>
        <pc:picChg chg="mod">
          <ac:chgData name="Joubran, Saleem" userId="S::saleemjoubran@tamu.edu::6576f12c-001e-451b-a517-6f421a83b2de" providerId="AD" clId="Web-{8C5579CC-A24A-43FB-3950-E3570B5420D6}" dt="2025-02-24T01:23:23.763" v="104" actId="1076"/>
          <ac:picMkLst>
            <pc:docMk/>
            <pc:sldMk cId="804770025" sldId="285"/>
            <ac:picMk id="4" creationId="{C63BB008-753D-849C-0F68-2C70D2FC78A6}"/>
          </ac:picMkLst>
        </pc:picChg>
      </pc:sldChg>
      <pc:sldChg chg="addSp modSp mod ord modShow">
        <pc:chgData name="Joubran, Saleem" userId="S::saleemjoubran@tamu.edu::6576f12c-001e-451b-a517-6f421a83b2de" providerId="AD" clId="Web-{8C5579CC-A24A-43FB-3950-E3570B5420D6}" dt="2025-02-24T01:38:19.058" v="203" actId="1076"/>
        <pc:sldMkLst>
          <pc:docMk/>
          <pc:sldMk cId="1835998458" sldId="290"/>
        </pc:sldMkLst>
        <pc:spChg chg="mod">
          <ac:chgData name="Joubran, Saleem" userId="S::saleemjoubran@tamu.edu::6576f12c-001e-451b-a517-6f421a83b2de" providerId="AD" clId="Web-{8C5579CC-A24A-43FB-3950-E3570B5420D6}" dt="2025-02-24T01:38:19.058" v="203" actId="1076"/>
          <ac:spMkLst>
            <pc:docMk/>
            <pc:sldMk cId="1835998458" sldId="290"/>
            <ac:spMk id="2" creationId="{98889060-0160-A6A6-544C-CE9BFB479A84}"/>
          </ac:spMkLst>
        </pc:spChg>
        <pc:spChg chg="mod">
          <ac:chgData name="Joubran, Saleem" userId="S::saleemjoubran@tamu.edu::6576f12c-001e-451b-a517-6f421a83b2de" providerId="AD" clId="Web-{8C5579CC-A24A-43FB-3950-E3570B5420D6}" dt="2025-02-24T01:35:13.402" v="191" actId="20577"/>
          <ac:spMkLst>
            <pc:docMk/>
            <pc:sldMk cId="1835998458" sldId="290"/>
            <ac:spMk id="3" creationId="{96D3A729-89C0-139A-F00D-4E49794A841B}"/>
          </ac:spMkLst>
        </pc:spChg>
        <pc:spChg chg="add mod">
          <ac:chgData name="Joubran, Saleem" userId="S::saleemjoubran@tamu.edu::6576f12c-001e-451b-a517-6f421a83b2de" providerId="AD" clId="Web-{8C5579CC-A24A-43FB-3950-E3570B5420D6}" dt="2025-02-24T01:35:27.074" v="193" actId="20577"/>
          <ac:spMkLst>
            <pc:docMk/>
            <pc:sldMk cId="1835998458" sldId="290"/>
            <ac:spMk id="5" creationId="{E7ACDCC7-AB15-895A-60DC-4E36E721BC8E}"/>
          </ac:spMkLst>
        </pc:spChg>
        <pc:picChg chg="mod modCrop">
          <ac:chgData name="Joubran, Saleem" userId="S::saleemjoubran@tamu.edu::6576f12c-001e-451b-a517-6f421a83b2de" providerId="AD" clId="Web-{8C5579CC-A24A-43FB-3950-E3570B5420D6}" dt="2025-02-24T01:38:16.152" v="202" actId="1076"/>
          <ac:picMkLst>
            <pc:docMk/>
            <pc:sldMk cId="1835998458" sldId="290"/>
            <ac:picMk id="4" creationId="{6C7E57FA-4D86-8CED-8423-CAC9F18CA882}"/>
          </ac:picMkLst>
        </pc:picChg>
        <pc:picChg chg="add mod modCrop">
          <ac:chgData name="Joubran, Saleem" userId="S::saleemjoubran@tamu.edu::6576f12c-001e-451b-a517-6f421a83b2de" providerId="AD" clId="Web-{8C5579CC-A24A-43FB-3950-E3570B5420D6}" dt="2025-02-24T01:34:56.887" v="184" actId="1076"/>
          <ac:picMkLst>
            <pc:docMk/>
            <pc:sldMk cId="1835998458" sldId="290"/>
            <ac:picMk id="7" creationId="{C94C2999-CA75-6E6F-8321-2312A459C662}"/>
          </ac:picMkLst>
        </pc:picChg>
      </pc:sldChg>
      <pc:sldChg chg="modSp add replId">
        <pc:chgData name="Joubran, Saleem" userId="S::saleemjoubran@tamu.edu::6576f12c-001e-451b-a517-6f421a83b2de" providerId="AD" clId="Web-{8C5579CC-A24A-43FB-3950-E3570B5420D6}" dt="2025-02-24T01:54:03.588" v="227" actId="1076"/>
        <pc:sldMkLst>
          <pc:docMk/>
          <pc:sldMk cId="897589670" sldId="293"/>
        </pc:sldMkLst>
        <pc:spChg chg="mod">
          <ac:chgData name="Joubran, Saleem" userId="S::saleemjoubran@tamu.edu::6576f12c-001e-451b-a517-6f421a83b2de" providerId="AD" clId="Web-{8C5579CC-A24A-43FB-3950-E3570B5420D6}" dt="2025-02-24T01:54:03.588" v="227" actId="1076"/>
          <ac:spMkLst>
            <pc:docMk/>
            <pc:sldMk cId="897589670" sldId="293"/>
            <ac:spMk id="2" creationId="{6C71C4EA-7FA2-0954-A11A-8CEEEA1CC91B}"/>
          </ac:spMkLst>
        </pc:spChg>
      </pc:sldChg>
      <pc:sldChg chg="add del replId">
        <pc:chgData name="Joubran, Saleem" userId="S::saleemjoubran@tamu.edu::6576f12c-001e-451b-a517-6f421a83b2de" providerId="AD" clId="Web-{8C5579CC-A24A-43FB-3950-E3570B5420D6}" dt="2025-02-24T01:37:48.465" v="198"/>
        <pc:sldMkLst>
          <pc:docMk/>
          <pc:sldMk cId="3895953616" sldId="293"/>
        </pc:sldMkLst>
      </pc:sldChg>
    </pc:docChg>
  </pc:docChgLst>
  <pc:docChgLst>
    <pc:chgData name="Murali, Nishant" userId="S::nishant_murali@tamu.edu::e0e3a4eb-b8d7-4a64-b93f-caa3f0de5150" providerId="AD" clId="Web-{34F24775-F20C-C73E-06D3-8FCC24CE3F8F}"/>
    <pc:docChg chg="modSld">
      <pc:chgData name="Murali, Nishant" userId="S::nishant_murali@tamu.edu::e0e3a4eb-b8d7-4a64-b93f-caa3f0de5150" providerId="AD" clId="Web-{34F24775-F20C-C73E-06D3-8FCC24CE3F8F}" dt="2025-02-24T01:32:09.473" v="30" actId="20577"/>
      <pc:docMkLst>
        <pc:docMk/>
      </pc:docMkLst>
      <pc:sldChg chg="modSp">
        <pc:chgData name="Murali, Nishant" userId="S::nishant_murali@tamu.edu::e0e3a4eb-b8d7-4a64-b93f-caa3f0de5150" providerId="AD" clId="Web-{34F24775-F20C-C73E-06D3-8FCC24CE3F8F}" dt="2025-02-24T00:31:03.089" v="20"/>
        <pc:sldMkLst>
          <pc:docMk/>
          <pc:sldMk cId="1941709121" sldId="281"/>
        </pc:sldMkLst>
        <pc:graphicFrameChg chg="mod modGraphic">
          <ac:chgData name="Murali, Nishant" userId="S::nishant_murali@tamu.edu::e0e3a4eb-b8d7-4a64-b93f-caa3f0de5150" providerId="AD" clId="Web-{34F24775-F20C-C73E-06D3-8FCC24CE3F8F}" dt="2025-02-24T00:31:03.089" v="20"/>
          <ac:graphicFrameMkLst>
            <pc:docMk/>
            <pc:sldMk cId="1941709121" sldId="281"/>
            <ac:graphicFrameMk id="4" creationId="{4C432A38-C52F-C99F-820F-777605D1085E}"/>
          </ac:graphicFrameMkLst>
        </pc:graphicFrameChg>
      </pc:sldChg>
      <pc:sldChg chg="modSp">
        <pc:chgData name="Murali, Nishant" userId="S::nishant_murali@tamu.edu::e0e3a4eb-b8d7-4a64-b93f-caa3f0de5150" providerId="AD" clId="Web-{34F24775-F20C-C73E-06D3-8FCC24CE3F8F}" dt="2025-02-24T01:32:09.473" v="30" actId="20577"/>
        <pc:sldMkLst>
          <pc:docMk/>
          <pc:sldMk cId="3879724093" sldId="286"/>
        </pc:sldMkLst>
        <pc:spChg chg="mod">
          <ac:chgData name="Murali, Nishant" userId="S::nishant_murali@tamu.edu::e0e3a4eb-b8d7-4a64-b93f-caa3f0de5150" providerId="AD" clId="Web-{34F24775-F20C-C73E-06D3-8FCC24CE3F8F}" dt="2025-02-24T01:32:09.473" v="30" actId="20577"/>
          <ac:spMkLst>
            <pc:docMk/>
            <pc:sldMk cId="3879724093" sldId="286"/>
            <ac:spMk id="3" creationId="{FE16FC4A-64B8-228D-A20C-3DC25BE2ED94}"/>
          </ac:spMkLst>
        </pc:spChg>
      </pc:sldChg>
    </pc:docChg>
  </pc:docChgLst>
  <pc:docChgLst>
    <pc:chgData name="Murali, Nishant" userId="S::nishant_murali@tamu.edu::e0e3a4eb-b8d7-4a64-b93f-caa3f0de5150" providerId="AD" clId="Web-{74A79234-7C0C-2E64-99A8-955D0C6DC8AF}"/>
    <pc:docChg chg="modSld">
      <pc:chgData name="Murali, Nishant" userId="S::nishant_murali@tamu.edu::e0e3a4eb-b8d7-4a64-b93f-caa3f0de5150" providerId="AD" clId="Web-{74A79234-7C0C-2E64-99A8-955D0C6DC8AF}" dt="2025-02-24T00:28:43.387" v="3" actId="20577"/>
      <pc:docMkLst>
        <pc:docMk/>
      </pc:docMkLst>
      <pc:sldChg chg="delSp">
        <pc:chgData name="Murali, Nishant" userId="S::nishant_murali@tamu.edu::e0e3a4eb-b8d7-4a64-b93f-caa3f0de5150" providerId="AD" clId="Web-{74A79234-7C0C-2E64-99A8-955D0C6DC8AF}" dt="2025-02-24T00:25:01.339" v="0"/>
        <pc:sldMkLst>
          <pc:docMk/>
          <pc:sldMk cId="3574195725" sldId="284"/>
        </pc:sldMkLst>
        <pc:spChg chg="del">
          <ac:chgData name="Murali, Nishant" userId="S::nishant_murali@tamu.edu::e0e3a4eb-b8d7-4a64-b93f-caa3f0de5150" providerId="AD" clId="Web-{74A79234-7C0C-2E64-99A8-955D0C6DC8AF}" dt="2025-02-24T00:25:01.339" v="0"/>
          <ac:spMkLst>
            <pc:docMk/>
            <pc:sldMk cId="3574195725" sldId="284"/>
            <ac:spMk id="3" creationId="{9DD365F3-7708-6654-7494-39E4DB6F0E56}"/>
          </ac:spMkLst>
        </pc:spChg>
      </pc:sldChg>
      <pc:sldChg chg="modSp">
        <pc:chgData name="Murali, Nishant" userId="S::nishant_murali@tamu.edu::e0e3a4eb-b8d7-4a64-b93f-caa3f0de5150" providerId="AD" clId="Web-{74A79234-7C0C-2E64-99A8-955D0C6DC8AF}" dt="2025-02-24T00:28:43.387" v="3" actId="20577"/>
        <pc:sldMkLst>
          <pc:docMk/>
          <pc:sldMk cId="3879724093" sldId="286"/>
        </pc:sldMkLst>
        <pc:spChg chg="mod">
          <ac:chgData name="Murali, Nishant" userId="S::nishant_murali@tamu.edu::e0e3a4eb-b8d7-4a64-b93f-caa3f0de5150" providerId="AD" clId="Web-{74A79234-7C0C-2E64-99A8-955D0C6DC8AF}" dt="2025-02-24T00:28:43.387" v="3" actId="20577"/>
          <ac:spMkLst>
            <pc:docMk/>
            <pc:sldMk cId="3879724093" sldId="286"/>
            <ac:spMk id="3" creationId="{FE16FC4A-64B8-228D-A20C-3DC25BE2ED94}"/>
          </ac:spMkLst>
        </pc:spChg>
      </pc:sldChg>
    </pc:docChg>
  </pc:docChgLst>
  <pc:docChgLst>
    <pc:chgData name="Philipello, Nathan P" userId="ee2ba2b1-c572-4176-94e7-ac9fd987dc41" providerId="ADAL" clId="{039BA032-C93C-4A79-B834-1BC5DF934FC6}"/>
    <pc:docChg chg="undo custSel modSld">
      <pc:chgData name="Philipello, Nathan P" userId="ee2ba2b1-c572-4176-94e7-ac9fd987dc41" providerId="ADAL" clId="{039BA032-C93C-4A79-B834-1BC5DF934FC6}" dt="2025-02-24T01:55:35.228" v="807" actId="20577"/>
      <pc:docMkLst>
        <pc:docMk/>
      </pc:docMkLst>
      <pc:sldChg chg="modSp mod">
        <pc:chgData name="Philipello, Nathan P" userId="ee2ba2b1-c572-4176-94e7-ac9fd987dc41" providerId="ADAL" clId="{039BA032-C93C-4A79-B834-1BC5DF934FC6}" dt="2025-02-24T00:57:35.075" v="652" actId="14100"/>
        <pc:sldMkLst>
          <pc:docMk/>
          <pc:sldMk cId="1628571770" sldId="256"/>
        </pc:sldMkLst>
        <pc:spChg chg="mod">
          <ac:chgData name="Philipello, Nathan P" userId="ee2ba2b1-c572-4176-94e7-ac9fd987dc41" providerId="ADAL" clId="{039BA032-C93C-4A79-B834-1BC5DF934FC6}" dt="2025-02-24T00:57:35.075" v="652" actId="14100"/>
          <ac:spMkLst>
            <pc:docMk/>
            <pc:sldMk cId="1628571770" sldId="256"/>
            <ac:spMk id="2" creationId="{00000000-0000-0000-0000-000000000000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1810629760" sldId="276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810629760" sldId="276"/>
            <ac:spMk id="2" creationId="{00000000-0000-0000-0000-000000000000}"/>
          </ac:spMkLst>
        </pc:spChg>
      </pc:sldChg>
      <pc:sldChg chg="modSp modNotesTx">
        <pc:chgData name="Philipello, Nathan P" userId="ee2ba2b1-c572-4176-94e7-ac9fd987dc41" providerId="ADAL" clId="{039BA032-C93C-4A79-B834-1BC5DF934FC6}" dt="2025-02-24T01:16:43.955" v="722"/>
        <pc:sldMkLst>
          <pc:docMk/>
          <pc:sldMk cId="788870923" sldId="277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788870923" sldId="277"/>
            <ac:spMk id="2" creationId="{00000000-0000-0000-0000-000000000000}"/>
          </ac:spMkLst>
        </pc:spChg>
      </pc:sldChg>
      <pc:sldChg chg="addSp delSp modSp mod">
        <pc:chgData name="Philipello, Nathan P" userId="ee2ba2b1-c572-4176-94e7-ac9fd987dc41" providerId="ADAL" clId="{039BA032-C93C-4A79-B834-1BC5DF934FC6}" dt="2025-02-24T01:16:43.955" v="722"/>
        <pc:sldMkLst>
          <pc:docMk/>
          <pc:sldMk cId="3709083976" sldId="278"/>
        </pc:sldMkLst>
        <pc:spChg chg="mod">
          <ac:chgData name="Philipello, Nathan P" userId="ee2ba2b1-c572-4176-94e7-ac9fd987dc41" providerId="ADAL" clId="{039BA032-C93C-4A79-B834-1BC5DF934FC6}" dt="2025-02-23T16:23:12.767" v="618" actId="1076"/>
          <ac:spMkLst>
            <pc:docMk/>
            <pc:sldMk cId="3709083976" sldId="278"/>
            <ac:spMk id="2" creationId="{00000000-0000-0000-0000-000000000000}"/>
          </ac:spMkLst>
        </pc:spChg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3709083976" sldId="278"/>
            <ac:spMk id="3" creationId="{00000000-0000-0000-0000-000000000000}"/>
          </ac:spMkLst>
        </pc:spChg>
        <pc:graphicFrameChg chg="add del mod modGraphic">
          <ac:chgData name="Philipello, Nathan P" userId="ee2ba2b1-c572-4176-94e7-ac9fd987dc41" providerId="ADAL" clId="{039BA032-C93C-4A79-B834-1BC5DF934FC6}" dt="2025-02-23T16:24:15.704" v="628" actId="478"/>
          <ac:graphicFrameMkLst>
            <pc:docMk/>
            <pc:sldMk cId="3709083976" sldId="278"/>
            <ac:graphicFrameMk id="5" creationId="{7DA6DDB1-8EFE-4721-B13C-1BF11BCE0A8C}"/>
          </ac:graphicFrameMkLst>
        </pc:graphicFrameChg>
        <pc:picChg chg="del mod">
          <ac:chgData name="Philipello, Nathan P" userId="ee2ba2b1-c572-4176-94e7-ac9fd987dc41" providerId="ADAL" clId="{039BA032-C93C-4A79-B834-1BC5DF934FC6}" dt="2025-02-23T16:27:11.258" v="633" actId="478"/>
          <ac:picMkLst>
            <pc:docMk/>
            <pc:sldMk cId="3709083976" sldId="278"/>
            <ac:picMk id="4" creationId="{176AF8B8-6A54-5155-B4D3-C7F4FDB81ACE}"/>
          </ac:picMkLst>
        </pc:picChg>
        <pc:picChg chg="add del mod">
          <ac:chgData name="Philipello, Nathan P" userId="ee2ba2b1-c572-4176-94e7-ac9fd987dc41" providerId="ADAL" clId="{039BA032-C93C-4A79-B834-1BC5DF934FC6}" dt="2025-02-23T16:27:24.368" v="637" actId="478"/>
          <ac:picMkLst>
            <pc:docMk/>
            <pc:sldMk cId="3709083976" sldId="278"/>
            <ac:picMk id="7" creationId="{F28523B0-3306-FA71-0CB2-94D94BF3C322}"/>
          </ac:picMkLst>
        </pc:picChg>
        <pc:picChg chg="add mod">
          <ac:chgData name="Philipello, Nathan P" userId="ee2ba2b1-c572-4176-94e7-ac9fd987dc41" providerId="ADAL" clId="{039BA032-C93C-4A79-B834-1BC5DF934FC6}" dt="2025-02-23T16:28:21.299" v="641" actId="14100"/>
          <ac:picMkLst>
            <pc:docMk/>
            <pc:sldMk cId="3709083976" sldId="278"/>
            <ac:picMk id="9" creationId="{A8B52FFC-BB27-ECD8-F843-E8AFC307F340}"/>
          </ac:picMkLst>
        </pc:picChg>
      </pc:sldChg>
      <pc:sldChg chg="addSp delSp modSp mod">
        <pc:chgData name="Philipello, Nathan P" userId="ee2ba2b1-c572-4176-94e7-ac9fd987dc41" providerId="ADAL" clId="{039BA032-C93C-4A79-B834-1BC5DF934FC6}" dt="2025-02-24T01:53:24.006" v="756" actId="20577"/>
        <pc:sldMkLst>
          <pc:docMk/>
          <pc:sldMk cId="1160868006" sldId="279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160868006" sldId="279"/>
            <ac:spMk id="2" creationId="{00000000-0000-0000-0000-000000000000}"/>
          </ac:spMkLst>
        </pc:spChg>
        <pc:spChg chg="add del">
          <ac:chgData name="Philipello, Nathan P" userId="ee2ba2b1-c572-4176-94e7-ac9fd987dc41" providerId="ADAL" clId="{039BA032-C93C-4A79-B834-1BC5DF934FC6}" dt="2025-02-23T16:31:43.492" v="643" actId="478"/>
          <ac:spMkLst>
            <pc:docMk/>
            <pc:sldMk cId="1160868006" sldId="279"/>
            <ac:spMk id="3" creationId="{00000000-0000-0000-0000-000000000000}"/>
          </ac:spMkLst>
        </pc:spChg>
        <pc:spChg chg="add del mod">
          <ac:chgData name="Philipello, Nathan P" userId="ee2ba2b1-c572-4176-94e7-ac9fd987dc41" providerId="ADAL" clId="{039BA032-C93C-4A79-B834-1BC5DF934FC6}" dt="2025-02-23T16:31:43.492" v="643" actId="478"/>
          <ac:spMkLst>
            <pc:docMk/>
            <pc:sldMk cId="1160868006" sldId="279"/>
            <ac:spMk id="5" creationId="{C23DBE3C-2630-B54F-E933-CB1A13E363B0}"/>
          </ac:spMkLst>
        </pc:spChg>
        <pc:graphicFrameChg chg="mod modGraphic">
          <ac:chgData name="Philipello, Nathan P" userId="ee2ba2b1-c572-4176-94e7-ac9fd987dc41" providerId="ADAL" clId="{039BA032-C93C-4A79-B834-1BC5DF934FC6}" dt="2025-02-24T01:53:24.006" v="756" actId="20577"/>
          <ac:graphicFrameMkLst>
            <pc:docMk/>
            <pc:sldMk cId="1160868006" sldId="279"/>
            <ac:graphicFrameMk id="6" creationId="{96996252-73AD-DBB1-FBF1-3490B75CB7E7}"/>
          </ac:graphicFrameMkLst>
        </pc:graphicFrameChg>
        <pc:picChg chg="mod">
          <ac:chgData name="Philipello, Nathan P" userId="ee2ba2b1-c572-4176-94e7-ac9fd987dc41" providerId="ADAL" clId="{039BA032-C93C-4A79-B834-1BC5DF934FC6}" dt="2025-02-24T01:19:32.416" v="724" actId="1076"/>
          <ac:picMkLst>
            <pc:docMk/>
            <pc:sldMk cId="1160868006" sldId="279"/>
            <ac:picMk id="4" creationId="{CAA1A52C-FDC6-E28C-B233-E9EC0F8BB74E}"/>
          </ac:picMkLst>
        </pc:picChg>
      </pc:sldChg>
      <pc:sldChg chg="addSp delSp modSp mod modNotesTx">
        <pc:chgData name="Philipello, Nathan P" userId="ee2ba2b1-c572-4176-94e7-ac9fd987dc41" providerId="ADAL" clId="{039BA032-C93C-4A79-B834-1BC5DF934FC6}" dt="2025-02-24T01:55:35.228" v="807" actId="20577"/>
        <pc:sldMkLst>
          <pc:docMk/>
          <pc:sldMk cId="1941709121" sldId="281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941709121" sldId="281"/>
            <ac:spMk id="2" creationId="{00000000-0000-0000-0000-000000000000}"/>
          </ac:spMkLst>
        </pc:spChg>
        <pc:spChg chg="del">
          <ac:chgData name="Philipello, Nathan P" userId="ee2ba2b1-c572-4176-94e7-ac9fd987dc41" providerId="ADAL" clId="{039BA032-C93C-4A79-B834-1BC5DF934FC6}" dt="2025-02-23T15:44:36.496" v="47" actId="478"/>
          <ac:spMkLst>
            <pc:docMk/>
            <pc:sldMk cId="1941709121" sldId="281"/>
            <ac:spMk id="3" creationId="{00000000-0000-0000-0000-000000000000}"/>
          </ac:spMkLst>
        </pc:spChg>
        <pc:spChg chg="add del mod">
          <ac:chgData name="Philipello, Nathan P" userId="ee2ba2b1-c572-4176-94e7-ac9fd987dc41" providerId="ADAL" clId="{039BA032-C93C-4A79-B834-1BC5DF934FC6}" dt="2025-02-23T15:44:46.843" v="50" actId="478"/>
          <ac:spMkLst>
            <pc:docMk/>
            <pc:sldMk cId="1941709121" sldId="281"/>
            <ac:spMk id="6" creationId="{794472D1-C957-CDFC-9424-32CDC12E5953}"/>
          </ac:spMkLst>
        </pc:spChg>
        <pc:graphicFrameChg chg="add del mod modGraphic">
          <ac:chgData name="Philipello, Nathan P" userId="ee2ba2b1-c572-4176-94e7-ac9fd987dc41" providerId="ADAL" clId="{039BA032-C93C-4A79-B834-1BC5DF934FC6}" dt="2025-02-24T01:29:55.369" v="727" actId="478"/>
          <ac:graphicFrameMkLst>
            <pc:docMk/>
            <pc:sldMk cId="1941709121" sldId="281"/>
            <ac:graphicFrameMk id="4" creationId="{4C432A38-C52F-C99F-820F-777605D1085E}"/>
          </ac:graphicFrameMkLst>
        </pc:graphicFrameChg>
        <pc:graphicFrameChg chg="modGraphic">
          <ac:chgData name="Philipello, Nathan P" userId="ee2ba2b1-c572-4176-94e7-ac9fd987dc41" providerId="ADAL" clId="{039BA032-C93C-4A79-B834-1BC5DF934FC6}" dt="2025-02-24T01:55:35.228" v="807" actId="20577"/>
          <ac:graphicFrameMkLst>
            <pc:docMk/>
            <pc:sldMk cId="1941709121" sldId="281"/>
            <ac:graphicFrameMk id="7" creationId="{AC17E6DB-18B3-EE24-0F9C-EE58DDD254B3}"/>
          </ac:graphicFrameMkLst>
        </pc:graphicFrameChg>
      </pc:sldChg>
      <pc:sldChg chg="modSp mod">
        <pc:chgData name="Philipello, Nathan P" userId="ee2ba2b1-c572-4176-94e7-ac9fd987dc41" providerId="ADAL" clId="{039BA032-C93C-4A79-B834-1BC5DF934FC6}" dt="2025-02-24T01:16:43.955" v="722"/>
        <pc:sldMkLst>
          <pc:docMk/>
          <pc:sldMk cId="2348347536" sldId="282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2348347536" sldId="282"/>
            <ac:spMk id="2" creationId="{00000000-0000-0000-0000-000000000000}"/>
          </ac:spMkLst>
        </pc:spChg>
        <pc:spChg chg="mod">
          <ac:chgData name="Philipello, Nathan P" userId="ee2ba2b1-c572-4176-94e7-ac9fd987dc41" providerId="ADAL" clId="{039BA032-C93C-4A79-B834-1BC5DF934FC6}" dt="2025-02-24T01:04:49.445" v="672" actId="27636"/>
          <ac:spMkLst>
            <pc:docMk/>
            <pc:sldMk cId="2348347536" sldId="282"/>
            <ac:spMk id="3" creationId="{00000000-0000-0000-0000-000000000000}"/>
          </ac:spMkLst>
        </pc:spChg>
      </pc:sldChg>
      <pc:sldChg chg="modSp mod modShow">
        <pc:chgData name="Philipello, Nathan P" userId="ee2ba2b1-c572-4176-94e7-ac9fd987dc41" providerId="ADAL" clId="{039BA032-C93C-4A79-B834-1BC5DF934FC6}" dt="2025-02-24T01:16:43.955" v="722"/>
        <pc:sldMkLst>
          <pc:docMk/>
          <pc:sldMk cId="160825316" sldId="283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60825316" sldId="283"/>
            <ac:spMk id="2" creationId="{00000000-0000-0000-0000-000000000000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804770025" sldId="285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804770025" sldId="285"/>
            <ac:spMk id="2" creationId="{70E6E981-AA81-618C-B079-1895ADA9B57F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3879724093" sldId="286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3879724093" sldId="286"/>
            <ac:spMk id="2" creationId="{4973554C-5809-7286-3E78-8B13C81D9806}"/>
          </ac:spMkLst>
        </pc:spChg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3879724093" sldId="286"/>
            <ac:spMk id="3" creationId="{FE16FC4A-64B8-228D-A20C-3DC25BE2ED94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2526171597" sldId="287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2526171597" sldId="287"/>
            <ac:spMk id="2" creationId="{E9CD96A8-734D-6F27-2021-17605DE23510}"/>
          </ac:spMkLst>
        </pc:spChg>
      </pc:sldChg>
      <pc:sldChg chg="addSp delSp modSp mod">
        <pc:chgData name="Philipello, Nathan P" userId="ee2ba2b1-c572-4176-94e7-ac9fd987dc41" providerId="ADAL" clId="{039BA032-C93C-4A79-B834-1BC5DF934FC6}" dt="2025-02-24T01:16:43.955" v="722"/>
        <pc:sldMkLst>
          <pc:docMk/>
          <pc:sldMk cId="1688094973" sldId="288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688094973" sldId="288"/>
            <ac:spMk id="2" creationId="{ED072CC6-65BA-58E4-7EF3-C328C026EB8F}"/>
          </ac:spMkLst>
        </pc:spChg>
        <pc:picChg chg="del">
          <ac:chgData name="Philipello, Nathan P" userId="ee2ba2b1-c572-4176-94e7-ac9fd987dc41" providerId="ADAL" clId="{039BA032-C93C-4A79-B834-1BC5DF934FC6}" dt="2025-02-23T16:10:21.524" v="350" actId="478"/>
          <ac:picMkLst>
            <pc:docMk/>
            <pc:sldMk cId="1688094973" sldId="288"/>
            <ac:picMk id="5" creationId="{034DD267-80E4-4C7B-CD21-45D59EC3AA2F}"/>
          </ac:picMkLst>
        </pc:picChg>
        <pc:picChg chg="add mod">
          <ac:chgData name="Philipello, Nathan P" userId="ee2ba2b1-c572-4176-94e7-ac9fd987dc41" providerId="ADAL" clId="{039BA032-C93C-4A79-B834-1BC5DF934FC6}" dt="2025-02-23T16:10:50.812" v="359" actId="1076"/>
          <ac:picMkLst>
            <pc:docMk/>
            <pc:sldMk cId="1688094973" sldId="288"/>
            <ac:picMk id="6" creationId="{61DC27AD-1880-938D-1B3A-69D9CF40A8E4}"/>
          </ac:picMkLst>
        </pc:picChg>
      </pc:sldChg>
      <pc:sldChg chg="modSp mod">
        <pc:chgData name="Philipello, Nathan P" userId="ee2ba2b1-c572-4176-94e7-ac9fd987dc41" providerId="ADAL" clId="{039BA032-C93C-4A79-B834-1BC5DF934FC6}" dt="2025-02-24T01:16:57.131" v="723" actId="1076"/>
        <pc:sldMkLst>
          <pc:docMk/>
          <pc:sldMk cId="3727943432" sldId="289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3727943432" sldId="289"/>
            <ac:spMk id="2" creationId="{238E8CFB-5C32-E3BA-A5A5-57E7EB81AF50}"/>
          </ac:spMkLst>
        </pc:spChg>
        <pc:picChg chg="mod">
          <ac:chgData name="Philipello, Nathan P" userId="ee2ba2b1-c572-4176-94e7-ac9fd987dc41" providerId="ADAL" clId="{039BA032-C93C-4A79-B834-1BC5DF934FC6}" dt="2025-02-24T01:16:57.131" v="723" actId="1076"/>
          <ac:picMkLst>
            <pc:docMk/>
            <pc:sldMk cId="3727943432" sldId="289"/>
            <ac:picMk id="8" creationId="{8FAC464F-F3F9-51B6-F515-C2A7407D92B9}"/>
          </ac:picMkLst>
        </pc:pic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1835998458" sldId="290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835998458" sldId="290"/>
            <ac:spMk id="2" creationId="{98889060-0160-A6A6-544C-CE9BFB479A84}"/>
          </ac:spMkLst>
        </pc:spChg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1835998458" sldId="290"/>
            <ac:spMk id="3" creationId="{96D3A729-89C0-139A-F00D-4E49794A841B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461450485" sldId="291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461450485" sldId="291"/>
            <ac:spMk id="2" creationId="{A100575B-1016-827A-D06A-EB2C355DFA52}"/>
          </ac:spMkLst>
        </pc:spChg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461450485" sldId="291"/>
            <ac:spMk id="3" creationId="{C4F3D1F6-EFDB-BCE6-38CA-0A94956A300F}"/>
          </ac:spMkLst>
        </pc:spChg>
      </pc:sldChg>
      <pc:sldChg chg="modSp">
        <pc:chgData name="Philipello, Nathan P" userId="ee2ba2b1-c572-4176-94e7-ac9fd987dc41" providerId="ADAL" clId="{039BA032-C93C-4A79-B834-1BC5DF934FC6}" dt="2025-02-24T01:16:43.955" v="722"/>
        <pc:sldMkLst>
          <pc:docMk/>
          <pc:sldMk cId="4160754084" sldId="292"/>
        </pc:sldMkLst>
        <pc:spChg chg="mod">
          <ac:chgData name="Philipello, Nathan P" userId="ee2ba2b1-c572-4176-94e7-ac9fd987dc41" providerId="ADAL" clId="{039BA032-C93C-4A79-B834-1BC5DF934FC6}" dt="2025-02-24T01:16:43.955" v="722"/>
          <ac:spMkLst>
            <pc:docMk/>
            <pc:sldMk cId="4160754084" sldId="292"/>
            <ac:spMk id="2" creationId="{8EE5ED42-3BBE-62CE-E27C-B707843362F2}"/>
          </ac:spMkLst>
        </pc:spChg>
      </pc:sldChg>
    </pc:docChg>
  </pc:docChgLst>
  <pc:docChgLst>
    <pc:chgData name="Murali, Nishant" userId="S::nishant_murali@tamu.edu::e0e3a4eb-b8d7-4a64-b93f-caa3f0de5150" providerId="AD" clId="Web-{60223A1E-5440-F874-0B0A-59449A74F2F2}"/>
    <pc:docChg chg="delSld modSld">
      <pc:chgData name="Murali, Nishant" userId="S::nishant_murali@tamu.edu::e0e3a4eb-b8d7-4a64-b93f-caa3f0de5150" providerId="AD" clId="Web-{60223A1E-5440-F874-0B0A-59449A74F2F2}" dt="2025-02-24T02:01:21.732" v="56"/>
      <pc:docMkLst>
        <pc:docMk/>
      </pc:docMkLst>
      <pc:sldChg chg="del">
        <pc:chgData name="Murali, Nishant" userId="S::nishant_murali@tamu.edu::e0e3a4eb-b8d7-4a64-b93f-caa3f0de5150" providerId="AD" clId="Web-{60223A1E-5440-F874-0B0A-59449A74F2F2}" dt="2025-02-24T01:53:52.090" v="44"/>
        <pc:sldMkLst>
          <pc:docMk/>
          <pc:sldMk cId="1810629760" sldId="276"/>
        </pc:sldMkLst>
      </pc:sldChg>
      <pc:sldChg chg="modSp">
        <pc:chgData name="Murali, Nishant" userId="S::nishant_murali@tamu.edu::e0e3a4eb-b8d7-4a64-b93f-caa3f0de5150" providerId="AD" clId="Web-{60223A1E-5440-F874-0B0A-59449A74F2F2}" dt="2025-02-24T02:01:21.732" v="56"/>
        <pc:sldMkLst>
          <pc:docMk/>
          <pc:sldMk cId="1160868006" sldId="279"/>
        </pc:sldMkLst>
        <pc:graphicFrameChg chg="mod modGraphic">
          <ac:chgData name="Murali, Nishant" userId="S::nishant_murali@tamu.edu::e0e3a4eb-b8d7-4a64-b93f-caa3f0de5150" providerId="AD" clId="Web-{60223A1E-5440-F874-0B0A-59449A74F2F2}" dt="2025-02-24T02:01:21.732" v="56"/>
          <ac:graphicFrameMkLst>
            <pc:docMk/>
            <pc:sldMk cId="1160868006" sldId="279"/>
            <ac:graphicFrameMk id="6" creationId="{96996252-73AD-DBB1-FBF1-3490B75CB7E7}"/>
          </ac:graphicFrameMkLst>
        </pc:graphicFrameChg>
      </pc:sldChg>
      <pc:sldChg chg="modSp">
        <pc:chgData name="Murali, Nishant" userId="S::nishant_murali@tamu.edu::e0e3a4eb-b8d7-4a64-b93f-caa3f0de5150" providerId="AD" clId="Web-{60223A1E-5440-F874-0B0A-59449A74F2F2}" dt="2025-02-24T02:01:07.419" v="54" actId="20577"/>
        <pc:sldMkLst>
          <pc:docMk/>
          <pc:sldMk cId="3879724093" sldId="286"/>
        </pc:sldMkLst>
        <pc:spChg chg="mod">
          <ac:chgData name="Murali, Nishant" userId="S::nishant_murali@tamu.edu::e0e3a4eb-b8d7-4a64-b93f-caa3f0de5150" providerId="AD" clId="Web-{60223A1E-5440-F874-0B0A-59449A74F2F2}" dt="2025-02-24T02:01:07.419" v="54" actId="20577"/>
          <ac:spMkLst>
            <pc:docMk/>
            <pc:sldMk cId="3879724093" sldId="286"/>
            <ac:spMk id="3" creationId="{FE16FC4A-64B8-228D-A20C-3DC25BE2ED94}"/>
          </ac:spMkLst>
        </pc:spChg>
      </pc:sldChg>
    </pc:docChg>
  </pc:docChgLst>
  <pc:docChgLst>
    <pc:chgData name="Murali, Nishant" userId="S::nishant_murali@tamu.edu::e0e3a4eb-b8d7-4a64-b93f-caa3f0de5150" providerId="AD" clId="Web-{6265F001-CDBB-074A-F2E4-7A2AA1103ED6}"/>
    <pc:docChg chg="modSld">
      <pc:chgData name="Murali, Nishant" userId="S::nishant_murali@tamu.edu::e0e3a4eb-b8d7-4a64-b93f-caa3f0de5150" providerId="AD" clId="Web-{6265F001-CDBB-074A-F2E4-7A2AA1103ED6}" dt="2025-02-23T02:18:01.527" v="41" actId="20577"/>
      <pc:docMkLst>
        <pc:docMk/>
      </pc:docMkLst>
      <pc:sldChg chg="modSp">
        <pc:chgData name="Murali, Nishant" userId="S::nishant_murali@tamu.edu::e0e3a4eb-b8d7-4a64-b93f-caa3f0de5150" providerId="AD" clId="Web-{6265F001-CDBB-074A-F2E4-7A2AA1103ED6}" dt="2025-02-23T02:18:01.527" v="41" actId="20577"/>
        <pc:sldMkLst>
          <pc:docMk/>
          <pc:sldMk cId="3879724093" sldId="286"/>
        </pc:sldMkLst>
        <pc:spChg chg="mod">
          <ac:chgData name="Murali, Nishant" userId="S::nishant_murali@tamu.edu::e0e3a4eb-b8d7-4a64-b93f-caa3f0de5150" providerId="AD" clId="Web-{6265F001-CDBB-074A-F2E4-7A2AA1103ED6}" dt="2025-02-23T02:18:01.527" v="41" actId="20577"/>
          <ac:spMkLst>
            <pc:docMk/>
            <pc:sldMk cId="3879724093" sldId="286"/>
            <ac:spMk id="3" creationId="{FE16FC4A-64B8-228D-A20C-3DC25BE2ED94}"/>
          </ac:spMkLst>
        </pc:spChg>
      </pc:sldChg>
    </pc:docChg>
  </pc:docChgLst>
  <pc:docChgLst>
    <pc:chgData name="Murali, Nishant" userId="S::nishant_murali@tamu.edu::e0e3a4eb-b8d7-4a64-b93f-caa3f0de5150" providerId="AD" clId="Web-{9ADA10D1-6F20-9721-0459-E588E5B6C668}"/>
    <pc:docChg chg="modSld">
      <pc:chgData name="Murali, Nishant" userId="S::nishant_murali@tamu.edu::e0e3a4eb-b8d7-4a64-b93f-caa3f0de5150" providerId="AD" clId="Web-{9ADA10D1-6F20-9721-0459-E588E5B6C668}" dt="2025-02-23T15:37:12.678" v="5" actId="20577"/>
      <pc:docMkLst>
        <pc:docMk/>
      </pc:docMkLst>
      <pc:sldChg chg="modSp">
        <pc:chgData name="Murali, Nishant" userId="S::nishant_murali@tamu.edu::e0e3a4eb-b8d7-4a64-b93f-caa3f0de5150" providerId="AD" clId="Web-{9ADA10D1-6F20-9721-0459-E588E5B6C668}" dt="2025-02-23T15:37:12.678" v="5" actId="20577"/>
        <pc:sldMkLst>
          <pc:docMk/>
          <pc:sldMk cId="3879724093" sldId="286"/>
        </pc:sldMkLst>
        <pc:spChg chg="mod">
          <ac:chgData name="Murali, Nishant" userId="S::nishant_murali@tamu.edu::e0e3a4eb-b8d7-4a64-b93f-caa3f0de5150" providerId="AD" clId="Web-{9ADA10D1-6F20-9721-0459-E588E5B6C668}" dt="2025-02-23T15:37:12.678" v="5" actId="20577"/>
          <ac:spMkLst>
            <pc:docMk/>
            <pc:sldMk cId="3879724093" sldId="286"/>
            <ac:spMk id="3" creationId="{FE16FC4A-64B8-228D-A20C-3DC25BE2ED94}"/>
          </ac:spMkLst>
        </pc:spChg>
      </pc:sldChg>
    </pc:docChg>
  </pc:docChgLst>
  <pc:docChgLst>
    <pc:chgData name="Philipello, Nathan P" userId="ee2ba2b1-c572-4176-94e7-ac9fd987dc41" providerId="ADAL" clId="{10478B72-E827-4AAF-9280-CB08A2922587}"/>
    <pc:docChg chg="custSel modSld">
      <pc:chgData name="Philipello, Nathan P" userId="ee2ba2b1-c572-4176-94e7-ac9fd987dc41" providerId="ADAL" clId="{10478B72-E827-4AAF-9280-CB08A2922587}" dt="2025-02-23T18:30:27.055" v="7" actId="27636"/>
      <pc:docMkLst>
        <pc:docMk/>
      </pc:docMkLst>
      <pc:sldChg chg="modSp mod">
        <pc:chgData name="Philipello, Nathan P" userId="ee2ba2b1-c572-4176-94e7-ac9fd987dc41" providerId="ADAL" clId="{10478B72-E827-4AAF-9280-CB08A2922587}" dt="2025-02-23T18:29:04.444" v="3" actId="14100"/>
        <pc:sldMkLst>
          <pc:docMk/>
          <pc:sldMk cId="1941709121" sldId="281"/>
        </pc:sldMkLst>
        <pc:graphicFrameChg chg="modGraphic">
          <ac:chgData name="Philipello, Nathan P" userId="ee2ba2b1-c572-4176-94e7-ac9fd987dc41" providerId="ADAL" clId="{10478B72-E827-4AAF-9280-CB08A2922587}" dt="2025-02-23T18:29:04.444" v="3" actId="14100"/>
          <ac:graphicFrameMkLst>
            <pc:docMk/>
            <pc:sldMk cId="1941709121" sldId="281"/>
            <ac:graphicFrameMk id="4" creationId="{4C432A38-C52F-C99F-820F-777605D1085E}"/>
          </ac:graphicFrameMkLst>
        </pc:graphicFrameChg>
      </pc:sldChg>
      <pc:sldChg chg="modSp mod">
        <pc:chgData name="Philipello, Nathan P" userId="ee2ba2b1-c572-4176-94e7-ac9fd987dc41" providerId="ADAL" clId="{10478B72-E827-4AAF-9280-CB08A2922587}" dt="2025-02-23T18:30:06.507" v="5" actId="27636"/>
        <pc:sldMkLst>
          <pc:docMk/>
          <pc:sldMk cId="2348347536" sldId="282"/>
        </pc:sldMkLst>
        <pc:spChg chg="mod">
          <ac:chgData name="Philipello, Nathan P" userId="ee2ba2b1-c572-4176-94e7-ac9fd987dc41" providerId="ADAL" clId="{10478B72-E827-4AAF-9280-CB08A2922587}" dt="2025-02-23T18:30:06.507" v="5" actId="27636"/>
          <ac:spMkLst>
            <pc:docMk/>
            <pc:sldMk cId="2348347536" sldId="282"/>
            <ac:spMk id="2" creationId="{00000000-0000-0000-0000-000000000000}"/>
          </ac:spMkLst>
        </pc:spChg>
      </pc:sldChg>
      <pc:sldChg chg="modSp mod">
        <pc:chgData name="Philipello, Nathan P" userId="ee2ba2b1-c572-4176-94e7-ac9fd987dc41" providerId="ADAL" clId="{10478B72-E827-4AAF-9280-CB08A2922587}" dt="2025-02-23T18:30:27.055" v="7" actId="27636"/>
        <pc:sldMkLst>
          <pc:docMk/>
          <pc:sldMk cId="160825316" sldId="283"/>
        </pc:sldMkLst>
        <pc:spChg chg="mod">
          <ac:chgData name="Philipello, Nathan P" userId="ee2ba2b1-c572-4176-94e7-ac9fd987dc41" providerId="ADAL" clId="{10478B72-E827-4AAF-9280-CB08A2922587}" dt="2025-02-23T18:30:27.055" v="7" actId="27636"/>
          <ac:spMkLst>
            <pc:docMk/>
            <pc:sldMk cId="160825316" sldId="283"/>
            <ac:spMk id="2" creationId="{00000000-0000-0000-0000-000000000000}"/>
          </ac:spMkLst>
        </pc:spChg>
      </pc:sldChg>
    </pc:docChg>
  </pc:docChgLst>
  <pc:docChgLst>
    <pc:chgData name="Joubran, Saleem" userId="6576f12c-001e-451b-a517-6f421a83b2de" providerId="ADAL" clId="{6165EA45-17EA-4B84-BDE1-D40BE5EEF28E}"/>
    <pc:docChg chg="addSld delSld">
      <pc:chgData name="Joubran, Saleem" userId="6576f12c-001e-451b-a517-6f421a83b2de" providerId="ADAL" clId="{6165EA45-17EA-4B84-BDE1-D40BE5EEF28E}" dt="2025-02-22T21:32:05.266" v="1" actId="47"/>
      <pc:docMkLst>
        <pc:docMk/>
      </pc:docMkLst>
      <pc:sldChg chg="new del">
        <pc:chgData name="Joubran, Saleem" userId="6576f12c-001e-451b-a517-6f421a83b2de" providerId="ADAL" clId="{6165EA45-17EA-4B84-BDE1-D40BE5EEF28E}" dt="2025-02-22T21:32:05.266" v="1" actId="47"/>
        <pc:sldMkLst>
          <pc:docMk/>
          <pc:sldMk cId="3998947462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A27D25-6F57-42C4-8025-DDA1B277E7C2}" type="datetimeFigureOut">
              <a:t>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43BC9-EA1B-4895-B69E-AE42C074F2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9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just added this, we can make it shorter and add pictures as well of course but this is just a rough draft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2D751-7FA5-47F1-B96A-5F2A6C2174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1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 just added this, we can make it shorter and add pictures as well of course but this is just a rough draft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2D751-7FA5-47F1-B96A-5F2A6C2174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95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Nathan will explain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43BC9-EA1B-4895-B69E-AE42C074F2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16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trying something here with the format for the task partition, let me know if </a:t>
            </a:r>
            <a:r>
              <a:rPr lang="en-US" err="1"/>
              <a:t>yall</a:t>
            </a:r>
            <a:r>
              <a:rPr lang="en-US"/>
              <a:t> think this is extra or if we should stick with the format they have?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2D751-7FA5-47F1-B96A-5F2A6C2174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09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55DF-2811-5A6F-69C9-F1CDF6B3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170DF-03CD-A239-4C7C-045FB7F45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1C910-C571-CA82-8D53-88E8737D8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am trying something here with the format for the task partition, let me know if </a:t>
            </a:r>
            <a:r>
              <a:rPr lang="en-US" err="1"/>
              <a:t>yall</a:t>
            </a:r>
            <a:r>
              <a:rPr lang="en-US"/>
              <a:t> think this is extra or if we should stick with the format they have?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7EEC-E1DC-7ED2-BF16-221849ABB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2D751-7FA5-47F1-B96A-5F2A6C2174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My idea is that this will give you a list of things to talk about for your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43BC9-EA1B-4895-B69E-AE42C074F2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4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juan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143BC9-EA1B-4895-B69E-AE42C074F287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4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9582" y="2130425"/>
            <a:ext cx="4488617" cy="1470025"/>
          </a:xfrm>
        </p:spPr>
        <p:txBody>
          <a:bodyPr>
            <a:normAutofit/>
          </a:bodyPr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5333999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8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076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DLCOE_logo_HWH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51" y="234146"/>
            <a:ext cx="2443865" cy="4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7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6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0649"/>
            <a:ext cx="8229600" cy="1143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9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968"/>
            <a:ext cx="3008313" cy="7368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3720"/>
            <a:ext cx="5111750" cy="5052443"/>
          </a:xfrm>
        </p:spPr>
        <p:txBody>
          <a:bodyPr/>
          <a:lstStyle>
            <a:lvl1pPr>
              <a:defRPr sz="2800" b="1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03850"/>
            <a:ext cx="3008313" cy="4322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6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430"/>
            <a:ext cx="2573672" cy="566738"/>
          </a:xfrm>
        </p:spPr>
        <p:txBody>
          <a:bodyPr anchor="b">
            <a:no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1196430"/>
            <a:ext cx="5486400" cy="48502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68043"/>
            <a:ext cx="2573672" cy="42786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2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1039F-CB0C-E14D-A7EF-3BACE2CEF4EA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265A6-8BBF-864B-863C-9248948DD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6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4244975"/>
            <a:ext cx="7458710" cy="1603375"/>
          </a:xfrm>
        </p:spPr>
        <p:txBody>
          <a:bodyPr>
            <a:normAutofit fontScale="90000"/>
          </a:bodyPr>
          <a:lstStyle/>
          <a:p>
            <a:r>
              <a:rPr lang="en-US"/>
              <a:t>Project name: Voice-Controlled Wheelchair </a:t>
            </a:r>
            <a:br>
              <a:rPr lang="en-US"/>
            </a:br>
            <a:br>
              <a:rPr lang="en-US"/>
            </a:br>
            <a:r>
              <a:rPr lang="en-US"/>
              <a:t> </a:t>
            </a:r>
            <a:br>
              <a:rPr lang="en-US"/>
            </a:br>
            <a:r>
              <a:rPr lang="en-US"/>
              <a:t>Team members: Nathan Philipello, Saleem </a:t>
            </a:r>
            <a:r>
              <a:rPr lang="en-US" err="1"/>
              <a:t>Joubran</a:t>
            </a:r>
            <a:r>
              <a:rPr lang="en-US"/>
              <a:t>, Nishant Murali, Juan Alcala</a:t>
            </a:r>
          </a:p>
        </p:txBody>
      </p:sp>
      <p:sp>
        <p:nvSpPr>
          <p:cNvPr id="4" name="Diagonal Stripe 3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name="adj" fmla="val 28990"/>
            </a:avLst>
          </a:pr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93675" dist="2300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DLCOE_logo_HWH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4000" y="1105318"/>
            <a:ext cx="3114199" cy="52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7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>
                <a:sym typeface="Wingdings" panose="05000000000000000000" pitchFamily="2" charset="2"/>
              </a:rPr>
              <a:t>Problem Statement: People with significant mobility or upper-body limitations struggle to operate traditional wheelchairs, affecting their independence.</a:t>
            </a:r>
            <a:endParaRPr lang="en-US" sz="3000">
              <a:cs typeface="Arial"/>
            </a:endParaRPr>
          </a:p>
          <a:p>
            <a:r>
              <a:rPr lang="en-US" sz="3000">
                <a:cs typeface="Arial"/>
              </a:rPr>
              <a:t>Solution Proposal: </a:t>
            </a:r>
            <a:r>
              <a:rPr lang="en-US" sz="3000">
                <a:sym typeface="Wingdings" panose="05000000000000000000" pitchFamily="2" charset="2"/>
              </a:rPr>
              <a:t>Develop a safe system that uses advanced speech recognition and obstacle detection to enable hands-free mobility, improve user independence, and enhance overall quality of life</a:t>
            </a:r>
            <a:endParaRPr lang="en-US" sz="3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8347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>
                <a:sym typeface="Wingdings" panose="05000000000000000000" pitchFamily="2" charset="2"/>
              </a:rPr>
              <a:t>Solution proposal: Develop a safe, affordable voice-controlled wheelchair system that uses advanced speech recognition and obstacle detection to enable hands-free mobility, improve user independence, and enhance overall quality of life</a:t>
            </a:r>
          </a:p>
        </p:txBody>
      </p:sp>
    </p:spTree>
    <p:extLst>
      <p:ext uri="{BB962C8B-B14F-4D97-AF65-F5344CB8AC3E}">
        <p14:creationId xmlns:p14="http://schemas.microsoft.com/office/powerpoint/2010/main" val="16082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Subsystems</a:t>
            </a:r>
            <a:endParaRPr lang="en-US"/>
          </a:p>
        </p:txBody>
      </p:sp>
      <p:pic>
        <p:nvPicPr>
          <p:cNvPr id="3" name="Content Placeholder 2" descr="A diagram of a computer hardware system&#10;&#10;AI-generated content may be incorrect.">
            <a:extLst>
              <a:ext uri="{FF2B5EF4-FFF2-40B4-BE49-F238E27FC236}">
                <a16:creationId xmlns:a16="http://schemas.microsoft.com/office/drawing/2014/main" id="{51302B30-5564-70F5-E77A-8FAE1E32F1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4" y="1850985"/>
            <a:ext cx="9139212" cy="4461493"/>
          </a:xfrm>
          <a:noFill/>
        </p:spPr>
      </p:pic>
    </p:spTree>
    <p:extLst>
      <p:ext uri="{BB962C8B-B14F-4D97-AF65-F5344CB8AC3E}">
        <p14:creationId xmlns:p14="http://schemas.microsoft.com/office/powerpoint/2010/main" val="78887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2FAA-AF1A-5321-828C-6AC7D0A13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3009" y="894750"/>
            <a:ext cx="4488617" cy="1470025"/>
          </a:xfrm>
        </p:spPr>
        <p:txBody>
          <a:bodyPr/>
          <a:lstStyle/>
          <a:p>
            <a:r>
              <a:rPr lang="en-US"/>
              <a:t>Task Partition</a:t>
            </a:r>
          </a:p>
        </p:txBody>
      </p:sp>
    </p:spTree>
    <p:extLst>
      <p:ext uri="{BB962C8B-B14F-4D97-AF65-F5344CB8AC3E}">
        <p14:creationId xmlns:p14="http://schemas.microsoft.com/office/powerpoint/2010/main" val="3574195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E981-AA81-618C-B079-1895ADA9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Voice Command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AC261-3616-161F-EDD2-7FC2803C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85" y="1965490"/>
            <a:ext cx="4244061" cy="478303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cs typeface="Arial"/>
              </a:rPr>
              <a:t>Train a model to interpret 5 spoken commands</a:t>
            </a:r>
          </a:p>
          <a:p>
            <a:r>
              <a:rPr lang="en-US">
                <a:cs typeface="Arial"/>
              </a:rPr>
              <a:t>Process data using the 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Mel-frequency cepstral coefficients (MFCC)</a:t>
            </a:r>
            <a:endParaRPr lang="en-US" sz="1500">
              <a:solidFill>
                <a:srgbClr val="FF0000"/>
              </a:solidFill>
              <a:cs typeface="Arial"/>
            </a:endParaRPr>
          </a:p>
          <a:p>
            <a:r>
              <a:rPr lang="en-US">
                <a:cs typeface="Arial"/>
              </a:rPr>
              <a:t>Implement real-time audio capture using the ESP32-S3 and MAX9814 microphone</a:t>
            </a:r>
          </a:p>
          <a:p>
            <a:endParaRPr lang="en-US">
              <a:cs typeface="Arial"/>
            </a:endParaRPr>
          </a:p>
        </p:txBody>
      </p:sp>
      <p:pic>
        <p:nvPicPr>
          <p:cNvPr id="4" name="Picture 3" descr="A diagram of a model training&#10;&#10;AI-generated content may be incorrect.">
            <a:extLst>
              <a:ext uri="{FF2B5EF4-FFF2-40B4-BE49-F238E27FC236}">
                <a16:creationId xmlns:a16="http://schemas.microsoft.com/office/drawing/2014/main" id="{C63BB008-753D-849C-0F68-2C70D2FC7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415" y="2561699"/>
            <a:ext cx="4962176" cy="279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70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9060-0160-A6A6-544C-CE9BFB47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8863"/>
            <a:ext cx="8229600" cy="803756"/>
          </a:xfrm>
        </p:spPr>
        <p:txBody>
          <a:bodyPr/>
          <a:lstStyle/>
          <a:p>
            <a:r>
              <a:rPr lang="en-US">
                <a:cs typeface="Arial"/>
              </a:rPr>
              <a:t>Voice Command Processing </a:t>
            </a:r>
            <a:endParaRPr lang="en-US" b="0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3A729-89C0-139A-F00D-4E49794A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734" y="1845805"/>
            <a:ext cx="3693506" cy="451973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>
                <a:cs typeface="Arial"/>
              </a:rPr>
              <a:t>ESP32-S3</a:t>
            </a:r>
          </a:p>
          <a:p>
            <a:pPr marL="0" indent="0">
              <a:buNone/>
            </a:pPr>
            <a:endParaRPr lang="en-US">
              <a:cs typeface="Arial"/>
            </a:endParaRPr>
          </a:p>
          <a:p>
            <a:r>
              <a:rPr lang="en-US">
                <a:cs typeface="Arial"/>
              </a:rPr>
              <a:t>Neural Network Acceleration</a:t>
            </a:r>
            <a:endParaRPr lang="en-US"/>
          </a:p>
          <a:p>
            <a:r>
              <a:rPr lang="en-US">
                <a:cs typeface="Arial"/>
              </a:rPr>
              <a:t>Robust Connectivity</a:t>
            </a:r>
          </a:p>
          <a:p>
            <a:r>
              <a:rPr lang="en-US">
                <a:cs typeface="Arial"/>
              </a:rPr>
              <a:t>Low-Power Performance</a:t>
            </a:r>
          </a:p>
          <a:p>
            <a:r>
              <a:rPr lang="en-US">
                <a:cs typeface="Arial"/>
              </a:rPr>
              <a:t>Flexible I/O</a:t>
            </a:r>
          </a:p>
        </p:txBody>
      </p:sp>
      <p:pic>
        <p:nvPicPr>
          <p:cNvPr id="4" name="Picture 3" descr="A small black circuit board on a wood surface&#10;&#10;AI-generated content may be incorrect.">
            <a:extLst>
              <a:ext uri="{FF2B5EF4-FFF2-40B4-BE49-F238E27FC236}">
                <a16:creationId xmlns:a16="http://schemas.microsoft.com/office/drawing/2014/main" id="{6C7E57FA-4D86-8CED-8423-CAC9F18CA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80" r="4255" b="27283"/>
          <a:stretch/>
        </p:blipFill>
        <p:spPr>
          <a:xfrm>
            <a:off x="2324819" y="1707878"/>
            <a:ext cx="1619551" cy="113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ACDCC7-AB15-895A-60DC-4E36E721BC8E}"/>
              </a:ext>
            </a:extLst>
          </p:cNvPr>
          <p:cNvSpPr txBox="1"/>
          <p:nvPr/>
        </p:nvSpPr>
        <p:spPr>
          <a:xfrm>
            <a:off x="5630022" y="1847950"/>
            <a:ext cx="2743200" cy="4739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>
                <a:cs typeface="Arial"/>
              </a:rPr>
              <a:t>MAX9814</a:t>
            </a:r>
          </a:p>
          <a:p>
            <a:endParaRPr lang="en-US" sz="300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3000">
                <a:cs typeface="Arial"/>
              </a:rPr>
              <a:t>Automatic Gain Control​</a:t>
            </a:r>
          </a:p>
          <a:p>
            <a:pPr marL="228600" indent="-228600">
              <a:buFont typeface=""/>
              <a:buChar char="•"/>
            </a:pPr>
            <a:r>
              <a:rPr lang="en-US" sz="3000">
                <a:cs typeface="Arial"/>
              </a:rPr>
              <a:t>Low Noise Floor​</a:t>
            </a:r>
          </a:p>
          <a:p>
            <a:pPr marL="228600" indent="-228600">
              <a:buFont typeface=""/>
              <a:buChar char="•"/>
            </a:pPr>
            <a:r>
              <a:rPr lang="en-US" sz="3000">
                <a:cs typeface="Arial"/>
              </a:rPr>
              <a:t>Compact and Efficient​</a:t>
            </a:r>
          </a:p>
          <a:p>
            <a:pPr marL="228600" indent="-228600">
              <a:buFont typeface=""/>
              <a:buChar char="•"/>
            </a:pPr>
            <a:r>
              <a:rPr lang="en-US" sz="3000">
                <a:cs typeface="Arial"/>
              </a:rPr>
              <a:t>Easy Integration</a:t>
            </a:r>
            <a:r>
              <a:rPr lang="en-US" sz="3200">
                <a:cs typeface="Arial"/>
              </a:rPr>
              <a:t> </a:t>
            </a:r>
          </a:p>
        </p:txBody>
      </p:sp>
      <p:pic>
        <p:nvPicPr>
          <p:cNvPr id="7" name="Picture 6" descr="A small purple electronic device&#10;&#10;AI-generated content may be incorrect.">
            <a:extLst>
              <a:ext uri="{FF2B5EF4-FFF2-40B4-BE49-F238E27FC236}">
                <a16:creationId xmlns:a16="http://schemas.microsoft.com/office/drawing/2014/main" id="{C94C2999-CA75-6E6F-8321-2312A459C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69" t="35014" r="10459" b="16807"/>
          <a:stretch/>
        </p:blipFill>
        <p:spPr>
          <a:xfrm>
            <a:off x="7625324" y="1710219"/>
            <a:ext cx="1518230" cy="113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9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554C-5809-7286-3E78-8B13C81D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Manual Controls via Mobile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FC4A-64B8-228D-A20C-3DC25BE2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1">
                <a:ea typeface="+mn-lt"/>
                <a:cs typeface="+mn-lt"/>
              </a:rPr>
              <a:t>Built with React</a:t>
            </a:r>
            <a:r>
              <a:rPr lang="en-US">
                <a:ea typeface="+mn-lt"/>
                <a:cs typeface="+mn-lt"/>
              </a:rPr>
              <a:t>, providing a modern, user-friendly interface for seamless wheelchair control.</a:t>
            </a:r>
            <a:endParaRPr lang="en-US"/>
          </a:p>
          <a:p>
            <a:r>
              <a:rPr lang="en-US" sz="2900" b="1">
                <a:ea typeface="+mn-lt"/>
                <a:cs typeface="+mn-lt"/>
              </a:rPr>
              <a:t>Live video feed from the ESP32-CAM</a:t>
            </a:r>
            <a:r>
              <a:rPr lang="en-US" sz="2900">
                <a:ea typeface="+mn-lt"/>
                <a:cs typeface="+mn-lt"/>
              </a:rPr>
              <a:t>, enabling remote viewing of the wheelchair’s surroundings for navigation.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Wi-Fi connectivity</a:t>
            </a:r>
            <a:r>
              <a:rPr lang="en-US">
                <a:ea typeface="+mn-lt"/>
                <a:cs typeface="+mn-lt"/>
              </a:rPr>
              <a:t>, ensuring stable and responsive communication between the app and the wheelchair.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Manual movement controls</a:t>
            </a:r>
            <a:r>
              <a:rPr lang="en-US">
                <a:ea typeface="+mn-lt"/>
                <a:cs typeface="+mn-lt"/>
              </a:rPr>
              <a:t>, allowing users to navigate easily with intuitive on-screen buttons.</a:t>
            </a:r>
            <a:endParaRPr lang="en-US"/>
          </a:p>
          <a:p>
            <a:pPr marL="0" indent="0">
              <a:buNone/>
            </a:pPr>
            <a:endParaRPr lang="en-US">
              <a:cs typeface="Arial"/>
            </a:endParaRPr>
          </a:p>
          <a:p>
            <a:pPr marL="0" indent="0">
              <a:buNone/>
            </a:pPr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972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D96A8-734D-6F27-2021-17605DE2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9535-CFFB-7741-1C28-7CA709DD1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9270"/>
            <a:ext cx="3916743" cy="407689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000"/>
              <a:t>A rechargeable lead-acid battery powers the ESP32-S3, ESP32-CAM, motors, microphone, and sensors</a:t>
            </a:r>
            <a:endParaRPr lang="en-US" sz="2000">
              <a:cs typeface="Arial"/>
            </a:endParaRPr>
          </a:p>
          <a:p>
            <a:r>
              <a:rPr lang="en-US" sz="2000">
                <a:cs typeface="Arial"/>
              </a:rPr>
              <a:t>DC buck converters will be used to safely step down the voltage and distribute power to loads requiring 5V and 3.3V</a:t>
            </a:r>
          </a:p>
          <a:p>
            <a:r>
              <a:rPr lang="en-US" sz="2000"/>
              <a:t>Overvoltage protection and thermal shutdown are important safety features to keep in consideration when designing the buck converters needed to power the system</a:t>
            </a:r>
            <a:endParaRPr lang="en-US" sz="2000">
              <a:cs typeface="Arial"/>
            </a:endParaRPr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802F77E-3915-6504-8FD7-241206C1A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774" y="2052214"/>
            <a:ext cx="4531971" cy="21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71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ED42-3BBE-62CE-E27C-B7078433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Power System</a:t>
            </a:r>
            <a:endParaRPr lang="en-US"/>
          </a:p>
        </p:txBody>
      </p:sp>
      <p:pic>
        <p:nvPicPr>
          <p:cNvPr id="4" name="Content Placeholder 3" descr="A diagram of a battery&#10;&#10;AI-generated content may be incorrect.">
            <a:extLst>
              <a:ext uri="{FF2B5EF4-FFF2-40B4-BE49-F238E27FC236}">
                <a16:creationId xmlns:a16="http://schemas.microsoft.com/office/drawing/2014/main" id="{107A0EF3-0DE0-4BD7-49C9-ED2A8F677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7116" y="1854913"/>
            <a:ext cx="5909767" cy="4326779"/>
          </a:xfrm>
        </p:spPr>
      </p:pic>
    </p:spTree>
    <p:extLst>
      <p:ext uri="{BB962C8B-B14F-4D97-AF65-F5344CB8AC3E}">
        <p14:creationId xmlns:p14="http://schemas.microsoft.com/office/powerpoint/2010/main" val="416075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2CC6-65BA-58E4-7EF3-C328C026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8CC6-4E37-4F43-6162-9D16120D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49271"/>
            <a:ext cx="4254759" cy="4398182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Motors drive the wheelchair based on voice commands or mobile input</a:t>
            </a:r>
          </a:p>
          <a:p>
            <a:r>
              <a:rPr lang="en-US"/>
              <a:t>Real-time data processing on the ESP32-S3 for enhanced collision avoidance and navigation </a:t>
            </a:r>
          </a:p>
        </p:txBody>
      </p:sp>
      <p:pic>
        <p:nvPicPr>
          <p:cNvPr id="6" name="Picture 5" descr="A diagram of a program&#10;&#10;AI-generated content may be incorrect.">
            <a:extLst>
              <a:ext uri="{FF2B5EF4-FFF2-40B4-BE49-F238E27FC236}">
                <a16:creationId xmlns:a16="http://schemas.microsoft.com/office/drawing/2014/main" id="{61DC27AD-1880-938D-1B3A-69D9CF40A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59" y="1697657"/>
            <a:ext cx="3778370" cy="491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94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8CFB-5C32-E3BA-A5A5-57E7EB8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Sensors</a:t>
            </a:r>
          </a:p>
        </p:txBody>
      </p:sp>
      <p:pic>
        <p:nvPicPr>
          <p:cNvPr id="8" name="Content Placeholder 7" descr="A diagram of a wheelchair movement&#10;&#10;AI-generated content may be incorrect.">
            <a:extLst>
              <a:ext uri="{FF2B5EF4-FFF2-40B4-BE49-F238E27FC236}">
                <a16:creationId xmlns:a16="http://schemas.microsoft.com/office/drawing/2014/main" id="{8FAC464F-F3F9-51B6-F515-C2A7407D9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157" y="3057909"/>
            <a:ext cx="5223686" cy="35777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2018FD-CF15-F09D-20E1-97063991F191}"/>
              </a:ext>
            </a:extLst>
          </p:cNvPr>
          <p:cNvSpPr txBox="1"/>
          <p:nvPr/>
        </p:nvSpPr>
        <p:spPr>
          <a:xfrm>
            <a:off x="746449" y="1679510"/>
            <a:ext cx="79403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/>
              <a:t>Ultrasonic sensors detect obstacles enabling automatic braking.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/>
              <a:t>Ledge detection also available through downward facing front sensors.</a:t>
            </a:r>
          </a:p>
        </p:txBody>
      </p:sp>
    </p:spTree>
    <p:extLst>
      <p:ext uri="{BB962C8B-B14F-4D97-AF65-F5344CB8AC3E}">
        <p14:creationId xmlns:p14="http://schemas.microsoft.com/office/powerpoint/2010/main" val="3727943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2B3B-057B-4511-7631-8600AFEB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C4EA-7FA2-0954-A11A-8CEEEA1CC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3927" y="1122304"/>
            <a:ext cx="6176187" cy="1470025"/>
          </a:xfrm>
        </p:spPr>
        <p:txBody>
          <a:bodyPr/>
          <a:lstStyle/>
          <a:p>
            <a:r>
              <a:rPr lang="en-US">
                <a:cs typeface="Arial"/>
              </a:rPr>
              <a:t>Work Done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897589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45" y="1077932"/>
            <a:ext cx="8229600" cy="803756"/>
          </a:xfrm>
        </p:spPr>
        <p:txBody>
          <a:bodyPr>
            <a:normAutofit/>
          </a:bodyPr>
          <a:lstStyle/>
          <a:p>
            <a:r>
              <a:rPr lang="en-US"/>
              <a:t>Subsystem progress in past 1.5 months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17E6DB-18B3-EE24-0F9C-EE58DDD25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834439"/>
              </p:ext>
            </p:extLst>
          </p:nvPr>
        </p:nvGraphicFramePr>
        <p:xfrm>
          <a:off x="1600200" y="2254394"/>
          <a:ext cx="5943600" cy="366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325457698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6087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>
                          <a:effectLst/>
                          <a:latin typeface="+mn-lt"/>
                        </a:rPr>
                        <a:t>Name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>
                          <a:effectLst/>
                          <a:latin typeface="+mn-lt"/>
                        </a:rPr>
                        <a:t>Progress</a:t>
                      </a:r>
                      <a:endParaRPr lang="en-US" sz="1200">
                        <a:effectLst/>
                        <a:latin typeface="+mn-lt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45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>
                          <a:effectLst/>
                          <a:latin typeface="+mn-lt"/>
                        </a:rPr>
                        <a:t>Nathan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DC Brushed Motor vs Brushless DC Motor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HC-SR04 Sensor Module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ESP32-S3 37 GPIO Pins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Worked on Altium H-bridge Design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88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>
                          <a:effectLst/>
                          <a:latin typeface="+mn-lt"/>
                        </a:rPr>
                        <a:t>Juan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Researched power requirements for all the parts in our system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Calculated power consumption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Secured a 12V 35 Ah battery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Started working on the schematic for the 3.3V converter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276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>
                          <a:effectLst/>
                          <a:latin typeface="+mn-lt"/>
                        </a:rPr>
                        <a:t>Nishant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Developed initial UI model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Working on connection between ESP32-CAM and Mobile App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841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100">
                          <a:effectLst/>
                          <a:latin typeface="+mn-lt"/>
                        </a:rPr>
                        <a:t>Saleem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Researched compatible hardware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Ordered Parts</a:t>
                      </a:r>
                    </a:p>
                    <a:p>
                      <a:pPr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100">
                          <a:effectLst/>
                          <a:latin typeface="+mn-lt"/>
                        </a:rPr>
                        <a:t>Tested and verified connectivity between ESP32-S3 and MAX9814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363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70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/>
              <a:t>See example on </a:t>
            </a:r>
            <a:r>
              <a:rPr lang="en-US" err="1"/>
              <a:t>ecampus</a:t>
            </a:r>
            <a:r>
              <a:rPr lang="en-US"/>
              <a:t>…</a:t>
            </a:r>
          </a:p>
          <a:p>
            <a:r>
              <a:rPr lang="en-US"/>
              <a:t>Spreadsheet with biweekly deliverables that are measurable and have owners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116489"/>
            <a:ext cx="8229600" cy="803756"/>
          </a:xfrm>
        </p:spPr>
        <p:txBody>
          <a:bodyPr anchor="ctr">
            <a:normAutofit/>
          </a:bodyPr>
          <a:lstStyle/>
          <a:p>
            <a:r>
              <a:rPr lang="en-US"/>
              <a:t>Execution plan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B52FFC-BB27-ECD8-F843-E8AFC307F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785"/>
            <a:ext cx="9144000" cy="512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8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Validation plan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6996252-73AD-DBB1-FBF1-3490B75CB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764172"/>
              </p:ext>
            </p:extLst>
          </p:nvPr>
        </p:nvGraphicFramePr>
        <p:xfrm>
          <a:off x="544068" y="2005076"/>
          <a:ext cx="8055864" cy="42519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58952">
                  <a:extLst>
                    <a:ext uri="{9D8B030D-6E8A-4147-A177-3AD203B41FA5}">
                      <a16:colId xmlns:a16="http://schemas.microsoft.com/office/drawing/2014/main" val="490827693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60786432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3947244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361864126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1580541395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1908478570"/>
                    </a:ext>
                  </a:extLst>
                </a:gridCol>
              </a:tblGrid>
              <a:tr h="40928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Paragraph #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Test Name 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Success Criteria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Methodology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Status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effectLst/>
                          <a:latin typeface="+mn-lt"/>
                        </a:rPr>
                        <a:t>Owner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49999"/>
                  </a:ext>
                </a:extLst>
              </a:tr>
              <a:tr h="604184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3.2.1.1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Weight Limit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dirty="0">
                          <a:effectLst/>
                          <a:latin typeface="+mn-lt"/>
                        </a:rPr>
                        <a:t>The motors are able to move a 150 lbs. person at 2 mph.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Wheelchair is able to move 10 ft with person sitting on it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UNTESTED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Nathan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907288"/>
                  </a:ext>
                </a:extLst>
              </a:tr>
              <a:tr h="1208367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3.2.3.3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5V test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dirty="0">
                          <a:effectLst/>
                          <a:latin typeface="+mn-lt"/>
                        </a:rPr>
                        <a:t>Multimeter shall read 5V DC out of the buck converter for the ESP32 and MAX9814 microphone.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The leads from a multimeter will be used in parallel to the output of the 5V buck converter and measure the DC voltage.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UNTESTED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Juan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4495482"/>
                  </a:ext>
                </a:extLst>
              </a:tr>
              <a:tr h="1013469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3.2.1.6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Voice Command Recognition Accuracy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The system recognizes voice commands with at least 90% accuracy across multiple users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dirty="0">
                          <a:effectLst/>
                          <a:latin typeface="+mn-lt"/>
                        </a:rPr>
                        <a:t>Provide 500 test commands in different environments (quiet, moderate noise, high noise) and record accuracy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UNTESTED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Saleem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710642"/>
                  </a:ext>
                </a:extLst>
              </a:tr>
              <a:tr h="818572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3.2.1.4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Video Streaming Test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The esp32-cam module can stream a video feed to the mobile application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Test the video stream on a local domain and check if it is live without any delay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>
                          <a:effectLst/>
                          <a:latin typeface="+mn-lt"/>
                        </a:rPr>
                        <a:t>UNTESTED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dirty="0">
                          <a:effectLst/>
                          <a:latin typeface="+mn-lt"/>
                        </a:rPr>
                        <a:t>Nishant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511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086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0575B-1016-827A-D06A-EB2C355D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MAX9814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D1F6-EFDB-BCE6-38CA-0A94956A3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Arial"/>
              </a:rPr>
              <a:t>Automatic Gain Control</a:t>
            </a:r>
          </a:p>
          <a:p>
            <a:r>
              <a:rPr lang="en-US">
                <a:cs typeface="Arial"/>
              </a:rPr>
              <a:t>Low Noise Floor</a:t>
            </a:r>
          </a:p>
          <a:p>
            <a:r>
              <a:rPr lang="en-US">
                <a:cs typeface="Arial"/>
              </a:rPr>
              <a:t>Compact and Efficient</a:t>
            </a:r>
          </a:p>
          <a:p>
            <a:r>
              <a:rPr lang="en-US">
                <a:cs typeface="Arial"/>
              </a:rPr>
              <a:t>Easy Integration </a:t>
            </a:r>
          </a:p>
        </p:txBody>
      </p:sp>
      <p:pic>
        <p:nvPicPr>
          <p:cNvPr id="5" name="Picture 4" descr="A small purple electronic device&#10;&#10;AI-generated content may be incorrect.">
            <a:extLst>
              <a:ext uri="{FF2B5EF4-FFF2-40B4-BE49-F238E27FC236}">
                <a16:creationId xmlns:a16="http://schemas.microsoft.com/office/drawing/2014/main" id="{700448BA-A8DA-6312-9D40-89B2692FB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20" r="-353" b="7880"/>
          <a:stretch/>
        </p:blipFill>
        <p:spPr>
          <a:xfrm>
            <a:off x="5670211" y="2404399"/>
            <a:ext cx="3355116" cy="267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5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4EFD86C57774DA5C03C4C0F9350C0" ma:contentTypeVersion="16" ma:contentTypeDescription="Create a new document." ma:contentTypeScope="" ma:versionID="ef3c7f64546ecb935faa092a53953b94">
  <xsd:schema xmlns:xsd="http://www.w3.org/2001/XMLSchema" xmlns:xs="http://www.w3.org/2001/XMLSchema" xmlns:p="http://schemas.microsoft.com/office/2006/metadata/properties" xmlns:ns3="323a5526-c1e3-414c-a491-aabce74c7f2d" xmlns:ns4="da5475c8-1ef8-4334-9946-64ee7b045266" targetNamespace="http://schemas.microsoft.com/office/2006/metadata/properties" ma:root="true" ma:fieldsID="a5fee8c4dfdb37e93c0bf24ad9e03b87" ns3:_="" ns4:_="">
    <xsd:import namespace="323a5526-c1e3-414c-a491-aabce74c7f2d"/>
    <xsd:import namespace="da5475c8-1ef8-4334-9946-64ee7b04526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a5526-c1e3-414c-a491-aabce74c7f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5475c8-1ef8-4334-9946-64ee7b04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3a5526-c1e3-414c-a491-aabce74c7f2d" xsi:nil="true"/>
  </documentManagement>
</p:properties>
</file>

<file path=customXml/itemProps1.xml><?xml version="1.0" encoding="utf-8"?>
<ds:datastoreItem xmlns:ds="http://schemas.openxmlformats.org/officeDocument/2006/customXml" ds:itemID="{7F847B06-9E34-4209-940E-4428244EF5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DDE631-ED51-44CD-BF02-DE2DADBD56B0}">
  <ds:schemaRefs>
    <ds:schemaRef ds:uri="323a5526-c1e3-414c-a491-aabce74c7f2d"/>
    <ds:schemaRef ds:uri="da5475c8-1ef8-4334-9946-64ee7b0452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2BD7CE-67B9-45A7-95C3-3C179C59AFD0}">
  <ds:schemaRefs>
    <ds:schemaRef ds:uri="323a5526-c1e3-414c-a491-aabce74c7f2d"/>
    <ds:schemaRef ds:uri="da5475c8-1ef8-4334-9946-64ee7b0452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771</Words>
  <Application>Microsoft Macintosh PowerPoint</Application>
  <PresentationFormat>On-screen Show (4:3)</PresentationFormat>
  <Paragraphs>116</Paragraphs>
  <Slides>17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Project name: Voice-Controlled Wheelchair     Team members: Nathan Philipello, Saleem Joubran, Nishant Murali, Juan Alcala</vt:lpstr>
      <vt:lpstr>Project description</vt:lpstr>
      <vt:lpstr>Project description</vt:lpstr>
      <vt:lpstr>Subsystems</vt:lpstr>
      <vt:lpstr>Task Partition</vt:lpstr>
      <vt:lpstr>Voice Command Processing </vt:lpstr>
      <vt:lpstr>Voice Command Processing  </vt:lpstr>
      <vt:lpstr>Manual Controls via Mobile App</vt:lpstr>
      <vt:lpstr>Power System </vt:lpstr>
      <vt:lpstr>Power System</vt:lpstr>
      <vt:lpstr>Motors</vt:lpstr>
      <vt:lpstr>Sensors</vt:lpstr>
      <vt:lpstr>Work Done and Next Steps</vt:lpstr>
      <vt:lpstr>Subsystem progress in past 1.5 months</vt:lpstr>
      <vt:lpstr>Execution plan</vt:lpstr>
      <vt:lpstr>Validation plan</vt:lpstr>
      <vt:lpstr>MAX9814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Gardner</dc:creator>
  <cp:lastModifiedBy>Murali, Nishant</cp:lastModifiedBy>
  <cp:revision>2</cp:revision>
  <dcterms:created xsi:type="dcterms:W3CDTF">2013-06-18T16:37:55Z</dcterms:created>
  <dcterms:modified xsi:type="dcterms:W3CDTF">2025-02-24T02:05:29Z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0x01010053D4EFD86C57774DA5C03C4C0F9350C0</vt:lpwstr>
  </property>
</Properties>
</file>